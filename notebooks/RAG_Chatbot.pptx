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12"/>
  </p:notesMasterIdLst>
  <p:sldIdLst>
    <p:sldId id="256" r:id="rId2"/>
    <p:sldId id="291" r:id="rId3"/>
    <p:sldId id="293" r:id="rId4"/>
    <p:sldId id="294" r:id="rId5"/>
    <p:sldId id="295" r:id="rId6"/>
    <p:sldId id="296" r:id="rId7"/>
    <p:sldId id="297" r:id="rId8"/>
    <p:sldId id="298" r:id="rId9"/>
    <p:sldId id="299" r:id="rId10"/>
    <p:sldId id="279" r:id="rId11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Roboto" panose="02000000000000000000" pitchFamily="2" charset="0"/>
      <p:regular r:id="rId17"/>
      <p:bold r:id="rId18"/>
      <p:italic r:id="rId19"/>
      <p:boldItalic r:id="rId20"/>
    </p:embeddedFont>
    <p:embeddedFont>
      <p:font typeface="Roboto Light" panose="02000000000000000000" pitchFamily="2" charset="0"/>
      <p:regular r:id="rId21"/>
      <p:bold r:id="rId22"/>
      <p:italic r:id="rId23"/>
      <p:boldItalic r:id="rId24"/>
    </p:embeddedFont>
    <p:embeddedFont>
      <p:font typeface="Roboto Medium" panose="02000000000000000000" pitchFamily="2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550899-F6C6-4A39-8D72-FF3B4D7C47AC}" v="36" dt="2023-06-30T08:59:43.8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88177" autoAdjust="0"/>
  </p:normalViewPr>
  <p:slideViewPr>
    <p:cSldViewPr snapToGrid="0">
      <p:cViewPr varScale="1">
        <p:scale>
          <a:sx n="74" d="100"/>
          <a:sy n="74" d="100"/>
        </p:scale>
        <p:origin x="107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vis Plaku" userId="210add130536f584" providerId="LiveId" clId="{AA550899-F6C6-4A39-8D72-FF3B4D7C47AC}"/>
    <pc:docChg chg="undo custSel addSld delSld modSld sldOrd">
      <pc:chgData name="Evis Plaku" userId="210add130536f584" providerId="LiveId" clId="{AA550899-F6C6-4A39-8D72-FF3B4D7C47AC}" dt="2023-06-30T09:00:42.905" v="918" actId="20577"/>
      <pc:docMkLst>
        <pc:docMk/>
      </pc:docMkLst>
      <pc:sldChg chg="modSp mod">
        <pc:chgData name="Evis Plaku" userId="210add130536f584" providerId="LiveId" clId="{AA550899-F6C6-4A39-8D72-FF3B4D7C47AC}" dt="2023-06-30T08:37:30.564" v="96" actId="207"/>
        <pc:sldMkLst>
          <pc:docMk/>
          <pc:sldMk cId="0" sldId="256"/>
        </pc:sldMkLst>
        <pc:spChg chg="mod">
          <ac:chgData name="Evis Plaku" userId="210add130536f584" providerId="LiveId" clId="{AA550899-F6C6-4A39-8D72-FF3B4D7C47AC}" dt="2023-06-30T08:37:30.564" v="96" actId="207"/>
          <ac:spMkLst>
            <pc:docMk/>
            <pc:sldMk cId="0" sldId="256"/>
            <ac:spMk id="63" creationId="{00000000-0000-0000-0000-000000000000}"/>
          </ac:spMkLst>
        </pc:spChg>
      </pc:sldChg>
      <pc:sldChg chg="del">
        <pc:chgData name="Evis Plaku" userId="210add130536f584" providerId="LiveId" clId="{AA550899-F6C6-4A39-8D72-FF3B4D7C47AC}" dt="2023-06-30T08:39:29.019" v="102" actId="47"/>
        <pc:sldMkLst>
          <pc:docMk/>
          <pc:sldMk cId="0" sldId="267"/>
        </pc:sldMkLst>
      </pc:sldChg>
      <pc:sldChg chg="del">
        <pc:chgData name="Evis Plaku" userId="210add130536f584" providerId="LiveId" clId="{AA550899-F6C6-4A39-8D72-FF3B4D7C47AC}" dt="2023-06-30T08:39:30.070" v="103" actId="47"/>
        <pc:sldMkLst>
          <pc:docMk/>
          <pc:sldMk cId="0" sldId="269"/>
        </pc:sldMkLst>
      </pc:sldChg>
      <pc:sldChg chg="del">
        <pc:chgData name="Evis Plaku" userId="210add130536f584" providerId="LiveId" clId="{AA550899-F6C6-4A39-8D72-FF3B4D7C47AC}" dt="2023-06-30T08:39:30.756" v="104" actId="47"/>
        <pc:sldMkLst>
          <pc:docMk/>
          <pc:sldMk cId="0" sldId="271"/>
        </pc:sldMkLst>
      </pc:sldChg>
      <pc:sldChg chg="del">
        <pc:chgData name="Evis Plaku" userId="210add130536f584" providerId="LiveId" clId="{AA550899-F6C6-4A39-8D72-FF3B4D7C47AC}" dt="2023-06-30T08:39:31.246" v="105" actId="47"/>
        <pc:sldMkLst>
          <pc:docMk/>
          <pc:sldMk cId="0" sldId="273"/>
        </pc:sldMkLst>
      </pc:sldChg>
      <pc:sldChg chg="del">
        <pc:chgData name="Evis Plaku" userId="210add130536f584" providerId="LiveId" clId="{AA550899-F6C6-4A39-8D72-FF3B4D7C47AC}" dt="2023-06-30T08:39:36.830" v="106" actId="47"/>
        <pc:sldMkLst>
          <pc:docMk/>
          <pc:sldMk cId="0" sldId="276"/>
        </pc:sldMkLst>
      </pc:sldChg>
      <pc:sldChg chg="del">
        <pc:chgData name="Evis Plaku" userId="210add130536f584" providerId="LiveId" clId="{AA550899-F6C6-4A39-8D72-FF3B4D7C47AC}" dt="2023-06-30T08:39:37.458" v="107" actId="47"/>
        <pc:sldMkLst>
          <pc:docMk/>
          <pc:sldMk cId="0" sldId="277"/>
        </pc:sldMkLst>
      </pc:sldChg>
      <pc:sldChg chg="addSp delSp modSp del mod">
        <pc:chgData name="Evis Plaku" userId="210add130536f584" providerId="LiveId" clId="{AA550899-F6C6-4A39-8D72-FF3B4D7C47AC}" dt="2023-06-30T09:00:37.384" v="914" actId="47"/>
        <pc:sldMkLst>
          <pc:docMk/>
          <pc:sldMk cId="1926984472" sldId="280"/>
        </pc:sldMkLst>
        <pc:spChg chg="del">
          <ac:chgData name="Evis Plaku" userId="210add130536f584" providerId="LiveId" clId="{AA550899-F6C6-4A39-8D72-FF3B4D7C47AC}" dt="2023-06-30T08:59:25.350" v="904" actId="478"/>
          <ac:spMkLst>
            <pc:docMk/>
            <pc:sldMk cId="1926984472" sldId="280"/>
            <ac:spMk id="2" creationId="{6DE9D1E8-CBC4-A863-150A-F18113D5F23D}"/>
          </ac:spMkLst>
        </pc:spChg>
        <pc:spChg chg="del">
          <ac:chgData name="Evis Plaku" userId="210add130536f584" providerId="LiveId" clId="{AA550899-F6C6-4A39-8D72-FF3B4D7C47AC}" dt="2023-06-30T08:59:25.350" v="904" actId="478"/>
          <ac:spMkLst>
            <pc:docMk/>
            <pc:sldMk cId="1926984472" sldId="280"/>
            <ac:spMk id="3" creationId="{926BC7BF-C035-9372-0B2C-3E4FEDDC0FDE}"/>
          </ac:spMkLst>
        </pc:spChg>
        <pc:spChg chg="del">
          <ac:chgData name="Evis Plaku" userId="210add130536f584" providerId="LiveId" clId="{AA550899-F6C6-4A39-8D72-FF3B4D7C47AC}" dt="2023-06-30T08:59:25.350" v="904" actId="478"/>
          <ac:spMkLst>
            <pc:docMk/>
            <pc:sldMk cId="1926984472" sldId="280"/>
            <ac:spMk id="5" creationId="{563FE0A0-8500-0A7D-98DB-E8D25F0497B2}"/>
          </ac:spMkLst>
        </pc:spChg>
        <pc:spChg chg="del">
          <ac:chgData name="Evis Plaku" userId="210add130536f584" providerId="LiveId" clId="{AA550899-F6C6-4A39-8D72-FF3B4D7C47AC}" dt="2023-06-30T08:59:25.350" v="904" actId="478"/>
          <ac:spMkLst>
            <pc:docMk/>
            <pc:sldMk cId="1926984472" sldId="280"/>
            <ac:spMk id="6" creationId="{70626424-7FC9-A2A4-90D5-77C7DD90F18B}"/>
          </ac:spMkLst>
        </pc:spChg>
        <pc:spChg chg="add mod">
          <ac:chgData name="Evis Plaku" userId="210add130536f584" providerId="LiveId" clId="{AA550899-F6C6-4A39-8D72-FF3B4D7C47AC}" dt="2023-06-30T08:59:43.849" v="905"/>
          <ac:spMkLst>
            <pc:docMk/>
            <pc:sldMk cId="1926984472" sldId="280"/>
            <ac:spMk id="8" creationId="{4AE6DA20-9373-0545-5B09-366490AF6F01}"/>
          </ac:spMkLst>
        </pc:spChg>
        <pc:spChg chg="add del mod">
          <ac:chgData name="Evis Plaku" userId="210add130536f584" providerId="LiveId" clId="{AA550899-F6C6-4A39-8D72-FF3B4D7C47AC}" dt="2023-06-30T09:00:10.386" v="908" actId="478"/>
          <ac:spMkLst>
            <pc:docMk/>
            <pc:sldMk cId="1926984472" sldId="280"/>
            <ac:spMk id="9" creationId="{29D46CE8-6322-2303-044A-2278EA595A56}"/>
          </ac:spMkLst>
        </pc:spChg>
        <pc:spChg chg="add del mod">
          <ac:chgData name="Evis Plaku" userId="210add130536f584" providerId="LiveId" clId="{AA550899-F6C6-4A39-8D72-FF3B4D7C47AC}" dt="2023-06-30T09:00:10.386" v="908" actId="478"/>
          <ac:spMkLst>
            <pc:docMk/>
            <pc:sldMk cId="1926984472" sldId="280"/>
            <ac:spMk id="10" creationId="{AB4BE473-99C7-E0F8-8F50-4920EC061383}"/>
          </ac:spMkLst>
        </pc:spChg>
        <pc:spChg chg="add del mod">
          <ac:chgData name="Evis Plaku" userId="210add130536f584" providerId="LiveId" clId="{AA550899-F6C6-4A39-8D72-FF3B4D7C47AC}" dt="2023-06-30T09:00:10.386" v="908" actId="478"/>
          <ac:spMkLst>
            <pc:docMk/>
            <pc:sldMk cId="1926984472" sldId="280"/>
            <ac:spMk id="11" creationId="{40B4161B-8CB9-2C93-C5BE-F5414F29CB5F}"/>
          </ac:spMkLst>
        </pc:spChg>
        <pc:spChg chg="add del mod">
          <ac:chgData name="Evis Plaku" userId="210add130536f584" providerId="LiveId" clId="{AA550899-F6C6-4A39-8D72-FF3B4D7C47AC}" dt="2023-06-30T09:00:10.386" v="908" actId="478"/>
          <ac:spMkLst>
            <pc:docMk/>
            <pc:sldMk cId="1926984472" sldId="280"/>
            <ac:spMk id="12" creationId="{9AE363E0-AF25-08BF-EF9A-6BDF2B7E737C}"/>
          </ac:spMkLst>
        </pc:spChg>
        <pc:spChg chg="add mod">
          <ac:chgData name="Evis Plaku" userId="210add130536f584" providerId="LiveId" clId="{AA550899-F6C6-4A39-8D72-FF3B4D7C47AC}" dt="2023-06-30T08:59:43.849" v="905"/>
          <ac:spMkLst>
            <pc:docMk/>
            <pc:sldMk cId="1926984472" sldId="280"/>
            <ac:spMk id="13" creationId="{B199CF31-B8C4-572D-4B26-058B59E7136F}"/>
          </ac:spMkLst>
        </pc:spChg>
        <pc:spChg chg="add del mod">
          <ac:chgData name="Evis Plaku" userId="210add130536f584" providerId="LiveId" clId="{AA550899-F6C6-4A39-8D72-FF3B4D7C47AC}" dt="2023-06-30T09:00:13.205" v="909" actId="478"/>
          <ac:spMkLst>
            <pc:docMk/>
            <pc:sldMk cId="1926984472" sldId="280"/>
            <ac:spMk id="14" creationId="{3860A35F-F097-26FD-D94E-B49230460884}"/>
          </ac:spMkLst>
        </pc:spChg>
        <pc:spChg chg="add mod">
          <ac:chgData name="Evis Plaku" userId="210add130536f584" providerId="LiveId" clId="{AA550899-F6C6-4A39-8D72-FF3B4D7C47AC}" dt="2023-06-30T08:59:43.849" v="905"/>
          <ac:spMkLst>
            <pc:docMk/>
            <pc:sldMk cId="1926984472" sldId="280"/>
            <ac:spMk id="15" creationId="{6EC22FAF-669A-94DF-EB60-E68ADC0047D8}"/>
          </ac:spMkLst>
        </pc:spChg>
        <pc:spChg chg="add mod">
          <ac:chgData name="Evis Plaku" userId="210add130536f584" providerId="LiveId" clId="{AA550899-F6C6-4A39-8D72-FF3B4D7C47AC}" dt="2023-06-30T08:59:43.849" v="905"/>
          <ac:spMkLst>
            <pc:docMk/>
            <pc:sldMk cId="1926984472" sldId="280"/>
            <ac:spMk id="16" creationId="{E14601F6-E2B9-14B1-C09C-94611BDB3CF2}"/>
          </ac:spMkLst>
        </pc:spChg>
        <pc:spChg chg="add del mod">
          <ac:chgData name="Evis Plaku" userId="210add130536f584" providerId="LiveId" clId="{AA550899-F6C6-4A39-8D72-FF3B4D7C47AC}" dt="2023-06-30T09:00:10.386" v="908" actId="478"/>
          <ac:spMkLst>
            <pc:docMk/>
            <pc:sldMk cId="1926984472" sldId="280"/>
            <ac:spMk id="17" creationId="{610B30B2-41E2-07AC-94D1-FB840586CBCB}"/>
          </ac:spMkLst>
        </pc:spChg>
        <pc:spChg chg="add del mod">
          <ac:chgData name="Evis Plaku" userId="210add130536f584" providerId="LiveId" clId="{AA550899-F6C6-4A39-8D72-FF3B4D7C47AC}" dt="2023-06-30T09:00:10.386" v="908" actId="478"/>
          <ac:spMkLst>
            <pc:docMk/>
            <pc:sldMk cId="1926984472" sldId="280"/>
            <ac:spMk id="18" creationId="{4B60D3A2-1A0B-AEB5-E67E-A7613225268D}"/>
          </ac:spMkLst>
        </pc:spChg>
        <pc:spChg chg="add del mod">
          <ac:chgData name="Evis Plaku" userId="210add130536f584" providerId="LiveId" clId="{AA550899-F6C6-4A39-8D72-FF3B4D7C47AC}" dt="2023-06-30T09:00:10.386" v="908" actId="478"/>
          <ac:spMkLst>
            <pc:docMk/>
            <pc:sldMk cId="1926984472" sldId="280"/>
            <ac:spMk id="19" creationId="{8DEFDAA7-16FD-AA52-26DA-41EC09CB14B3}"/>
          </ac:spMkLst>
        </pc:spChg>
        <pc:spChg chg="add del mod">
          <ac:chgData name="Evis Plaku" userId="210add130536f584" providerId="LiveId" clId="{AA550899-F6C6-4A39-8D72-FF3B4D7C47AC}" dt="2023-06-30T09:00:10.386" v="908" actId="478"/>
          <ac:spMkLst>
            <pc:docMk/>
            <pc:sldMk cId="1926984472" sldId="280"/>
            <ac:spMk id="20" creationId="{C73B922C-D06C-1A2A-B4FC-28AED3A0F58C}"/>
          </ac:spMkLst>
        </pc:spChg>
        <pc:spChg chg="add del mod">
          <ac:chgData name="Evis Plaku" userId="210add130536f584" providerId="LiveId" clId="{AA550899-F6C6-4A39-8D72-FF3B4D7C47AC}" dt="2023-06-30T09:00:10.386" v="908" actId="478"/>
          <ac:spMkLst>
            <pc:docMk/>
            <pc:sldMk cId="1926984472" sldId="280"/>
            <ac:spMk id="21" creationId="{31004447-E169-F2A1-064F-B67F7B37ADF5}"/>
          </ac:spMkLst>
        </pc:spChg>
        <pc:spChg chg="add del mod">
          <ac:chgData name="Evis Plaku" userId="210add130536f584" providerId="LiveId" clId="{AA550899-F6C6-4A39-8D72-FF3B4D7C47AC}" dt="2023-06-30T09:00:10.386" v="908" actId="478"/>
          <ac:spMkLst>
            <pc:docMk/>
            <pc:sldMk cId="1926984472" sldId="280"/>
            <ac:spMk id="23" creationId="{4EBDCFC7-34EB-C294-76D4-DC84826D3610}"/>
          </ac:spMkLst>
        </pc:spChg>
        <pc:spChg chg="mod">
          <ac:chgData name="Evis Plaku" userId="210add130536f584" providerId="LiveId" clId="{AA550899-F6C6-4A39-8D72-FF3B4D7C47AC}" dt="2023-06-30T08:58:46.741" v="895" actId="20577"/>
          <ac:spMkLst>
            <pc:docMk/>
            <pc:sldMk cId="1926984472" sldId="280"/>
            <ac:spMk id="246" creationId="{00000000-0000-0000-0000-000000000000}"/>
          </ac:spMkLst>
        </pc:spChg>
        <pc:spChg chg="del">
          <ac:chgData name="Evis Plaku" userId="210add130536f584" providerId="LiveId" clId="{AA550899-F6C6-4A39-8D72-FF3B4D7C47AC}" dt="2023-06-30T08:59:25.350" v="904" actId="478"/>
          <ac:spMkLst>
            <pc:docMk/>
            <pc:sldMk cId="1926984472" sldId="280"/>
            <ac:spMk id="249" creationId="{00000000-0000-0000-0000-000000000000}"/>
          </ac:spMkLst>
        </pc:spChg>
        <pc:spChg chg="del">
          <ac:chgData name="Evis Plaku" userId="210add130536f584" providerId="LiveId" clId="{AA550899-F6C6-4A39-8D72-FF3B4D7C47AC}" dt="2023-06-30T08:59:25.350" v="904" actId="478"/>
          <ac:spMkLst>
            <pc:docMk/>
            <pc:sldMk cId="1926984472" sldId="280"/>
            <ac:spMk id="250" creationId="{00000000-0000-0000-0000-000000000000}"/>
          </ac:spMkLst>
        </pc:spChg>
        <pc:spChg chg="del">
          <ac:chgData name="Evis Plaku" userId="210add130536f584" providerId="LiveId" clId="{AA550899-F6C6-4A39-8D72-FF3B4D7C47AC}" dt="2023-06-30T08:59:25.350" v="904" actId="478"/>
          <ac:spMkLst>
            <pc:docMk/>
            <pc:sldMk cId="1926984472" sldId="280"/>
            <ac:spMk id="251" creationId="{00000000-0000-0000-0000-000000000000}"/>
          </ac:spMkLst>
        </pc:spChg>
        <pc:spChg chg="del">
          <ac:chgData name="Evis Plaku" userId="210add130536f584" providerId="LiveId" clId="{AA550899-F6C6-4A39-8D72-FF3B4D7C47AC}" dt="2023-06-30T08:59:25.350" v="904" actId="478"/>
          <ac:spMkLst>
            <pc:docMk/>
            <pc:sldMk cId="1926984472" sldId="280"/>
            <ac:spMk id="252" creationId="{00000000-0000-0000-0000-000000000000}"/>
          </ac:spMkLst>
        </pc:spChg>
        <pc:spChg chg="del">
          <ac:chgData name="Evis Plaku" userId="210add130536f584" providerId="LiveId" clId="{AA550899-F6C6-4A39-8D72-FF3B4D7C47AC}" dt="2023-06-30T08:59:25.350" v="904" actId="478"/>
          <ac:spMkLst>
            <pc:docMk/>
            <pc:sldMk cId="1926984472" sldId="280"/>
            <ac:spMk id="253" creationId="{00000000-0000-0000-0000-000000000000}"/>
          </ac:spMkLst>
        </pc:spChg>
        <pc:spChg chg="del">
          <ac:chgData name="Evis Plaku" userId="210add130536f584" providerId="LiveId" clId="{AA550899-F6C6-4A39-8D72-FF3B4D7C47AC}" dt="2023-06-30T08:59:25.350" v="904" actId="478"/>
          <ac:spMkLst>
            <pc:docMk/>
            <pc:sldMk cId="1926984472" sldId="280"/>
            <ac:spMk id="254" creationId="{00000000-0000-0000-0000-000000000000}"/>
          </ac:spMkLst>
        </pc:spChg>
        <pc:spChg chg="del">
          <ac:chgData name="Evis Plaku" userId="210add130536f584" providerId="LiveId" clId="{AA550899-F6C6-4A39-8D72-FF3B4D7C47AC}" dt="2023-06-30T08:59:25.350" v="904" actId="478"/>
          <ac:spMkLst>
            <pc:docMk/>
            <pc:sldMk cId="1926984472" sldId="280"/>
            <ac:spMk id="255" creationId="{00000000-0000-0000-0000-000000000000}"/>
          </ac:spMkLst>
        </pc:spChg>
        <pc:spChg chg="del">
          <ac:chgData name="Evis Plaku" userId="210add130536f584" providerId="LiveId" clId="{AA550899-F6C6-4A39-8D72-FF3B4D7C47AC}" dt="2023-06-30T08:59:25.350" v="904" actId="478"/>
          <ac:spMkLst>
            <pc:docMk/>
            <pc:sldMk cId="1926984472" sldId="280"/>
            <ac:spMk id="256" creationId="{00000000-0000-0000-0000-000000000000}"/>
          </ac:spMkLst>
        </pc:spChg>
        <pc:spChg chg="del">
          <ac:chgData name="Evis Plaku" userId="210add130536f584" providerId="LiveId" clId="{AA550899-F6C6-4A39-8D72-FF3B4D7C47AC}" dt="2023-06-30T08:59:25.350" v="904" actId="478"/>
          <ac:spMkLst>
            <pc:docMk/>
            <pc:sldMk cId="1926984472" sldId="280"/>
            <ac:spMk id="261" creationId="{00000000-0000-0000-0000-000000000000}"/>
          </ac:spMkLst>
        </pc:spChg>
        <pc:spChg chg="del">
          <ac:chgData name="Evis Plaku" userId="210add130536f584" providerId="LiveId" clId="{AA550899-F6C6-4A39-8D72-FF3B4D7C47AC}" dt="2023-06-30T08:59:25.350" v="904" actId="478"/>
          <ac:spMkLst>
            <pc:docMk/>
            <pc:sldMk cId="1926984472" sldId="280"/>
            <ac:spMk id="262" creationId="{00000000-0000-0000-0000-000000000000}"/>
          </ac:spMkLst>
        </pc:spChg>
        <pc:spChg chg="del">
          <ac:chgData name="Evis Plaku" userId="210add130536f584" providerId="LiveId" clId="{AA550899-F6C6-4A39-8D72-FF3B4D7C47AC}" dt="2023-06-30T08:59:25.350" v="904" actId="478"/>
          <ac:spMkLst>
            <pc:docMk/>
            <pc:sldMk cId="1926984472" sldId="280"/>
            <ac:spMk id="263" creationId="{00000000-0000-0000-0000-000000000000}"/>
          </ac:spMkLst>
        </pc:spChg>
        <pc:spChg chg="del">
          <ac:chgData name="Evis Plaku" userId="210add130536f584" providerId="LiveId" clId="{AA550899-F6C6-4A39-8D72-FF3B4D7C47AC}" dt="2023-06-30T08:59:25.350" v="904" actId="478"/>
          <ac:spMkLst>
            <pc:docMk/>
            <pc:sldMk cId="1926984472" sldId="280"/>
            <ac:spMk id="264" creationId="{00000000-0000-0000-0000-000000000000}"/>
          </ac:spMkLst>
        </pc:spChg>
        <pc:picChg chg="add mod">
          <ac:chgData name="Evis Plaku" userId="210add130536f584" providerId="LiveId" clId="{AA550899-F6C6-4A39-8D72-FF3B4D7C47AC}" dt="2023-06-30T08:59:43.849" v="905"/>
          <ac:picMkLst>
            <pc:docMk/>
            <pc:sldMk cId="1926984472" sldId="280"/>
            <ac:picMk id="4" creationId="{755BF372-0F23-99B8-149F-345C09BD117B}"/>
          </ac:picMkLst>
        </pc:picChg>
        <pc:picChg chg="add del mod">
          <ac:chgData name="Evis Plaku" userId="210add130536f584" providerId="LiveId" clId="{AA550899-F6C6-4A39-8D72-FF3B4D7C47AC}" dt="2023-06-30T09:00:08.030" v="907" actId="478"/>
          <ac:picMkLst>
            <pc:docMk/>
            <pc:sldMk cId="1926984472" sldId="280"/>
            <ac:picMk id="7" creationId="{23074DCA-7716-9B76-09DB-73AD25450964}"/>
          </ac:picMkLst>
        </pc:picChg>
        <pc:picChg chg="add del mod">
          <ac:chgData name="Evis Plaku" userId="210add130536f584" providerId="LiveId" clId="{AA550899-F6C6-4A39-8D72-FF3B4D7C47AC}" dt="2023-06-30T09:00:10.386" v="908" actId="478"/>
          <ac:picMkLst>
            <pc:docMk/>
            <pc:sldMk cId="1926984472" sldId="280"/>
            <ac:picMk id="22" creationId="{C341010A-F89A-5288-13BD-5F3FF3B198D2}"/>
          </ac:picMkLst>
        </pc:picChg>
        <pc:picChg chg="add del mod">
          <ac:chgData name="Evis Plaku" userId="210add130536f584" providerId="LiveId" clId="{AA550899-F6C6-4A39-8D72-FF3B4D7C47AC}" dt="2023-06-30T09:00:10.386" v="908" actId="478"/>
          <ac:picMkLst>
            <pc:docMk/>
            <pc:sldMk cId="1926984472" sldId="280"/>
            <ac:picMk id="24" creationId="{8480635A-3F1C-D158-FBB6-F95ADCA209EC}"/>
          </ac:picMkLst>
        </pc:picChg>
        <pc:picChg chg="add mod">
          <ac:chgData name="Evis Plaku" userId="210add130536f584" providerId="LiveId" clId="{AA550899-F6C6-4A39-8D72-FF3B4D7C47AC}" dt="2023-06-30T08:59:43.849" v="905"/>
          <ac:picMkLst>
            <pc:docMk/>
            <pc:sldMk cId="1926984472" sldId="280"/>
            <ac:picMk id="25" creationId="{CA109761-B06A-229B-F46F-9007BF2B6A3E}"/>
          </ac:picMkLst>
        </pc:picChg>
        <pc:picChg chg="add del mod">
          <ac:chgData name="Evis Plaku" userId="210add130536f584" providerId="LiveId" clId="{AA550899-F6C6-4A39-8D72-FF3B4D7C47AC}" dt="2023-06-30T09:00:35.564" v="913" actId="478"/>
          <ac:picMkLst>
            <pc:docMk/>
            <pc:sldMk cId="1926984472" sldId="280"/>
            <ac:picMk id="27" creationId="{BD457A27-48CD-CB4D-2EE3-182E56A82BA4}"/>
          </ac:picMkLst>
        </pc:picChg>
      </pc:sldChg>
      <pc:sldChg chg="modSp mod">
        <pc:chgData name="Evis Plaku" userId="210add130536f584" providerId="LiveId" clId="{AA550899-F6C6-4A39-8D72-FF3B4D7C47AC}" dt="2023-06-30T09:00:42.905" v="918" actId="20577"/>
        <pc:sldMkLst>
          <pc:docMk/>
          <pc:sldMk cId="72130686" sldId="281"/>
        </pc:sldMkLst>
        <pc:spChg chg="mod">
          <ac:chgData name="Evis Plaku" userId="210add130536f584" providerId="LiveId" clId="{AA550899-F6C6-4A39-8D72-FF3B4D7C47AC}" dt="2023-06-30T09:00:42.905" v="918" actId="20577"/>
          <ac:spMkLst>
            <pc:docMk/>
            <pc:sldMk cId="72130686" sldId="281"/>
            <ac:spMk id="15" creationId="{F4BAC46B-42F3-9B5F-CF21-FDC534449728}"/>
          </ac:spMkLst>
        </pc:spChg>
        <pc:spChg chg="mod">
          <ac:chgData name="Evis Plaku" userId="210add130536f584" providerId="LiveId" clId="{AA550899-F6C6-4A39-8D72-FF3B4D7C47AC}" dt="2023-06-30T08:58:55.922" v="896"/>
          <ac:spMkLst>
            <pc:docMk/>
            <pc:sldMk cId="72130686" sldId="281"/>
            <ac:spMk id="246" creationId="{00000000-0000-0000-0000-000000000000}"/>
          </ac:spMkLst>
        </pc:spChg>
      </pc:sldChg>
      <pc:sldChg chg="del">
        <pc:chgData name="Evis Plaku" userId="210add130536f584" providerId="LiveId" clId="{AA550899-F6C6-4A39-8D72-FF3B4D7C47AC}" dt="2023-06-30T08:39:59.206" v="108" actId="47"/>
        <pc:sldMkLst>
          <pc:docMk/>
          <pc:sldMk cId="2903096153" sldId="282"/>
        </pc:sldMkLst>
      </pc:sldChg>
      <pc:sldChg chg="modSp mod ord">
        <pc:chgData name="Evis Plaku" userId="210add130536f584" providerId="LiveId" clId="{AA550899-F6C6-4A39-8D72-FF3B4D7C47AC}" dt="2023-06-30T08:58:08.686" v="869" actId="14100"/>
        <pc:sldMkLst>
          <pc:docMk/>
          <pc:sldMk cId="3926935711" sldId="283"/>
        </pc:sldMkLst>
        <pc:spChg chg="mod">
          <ac:chgData name="Evis Plaku" userId="210add130536f584" providerId="LiveId" clId="{AA550899-F6C6-4A39-8D72-FF3B4D7C47AC}" dt="2023-06-30T08:58:08.686" v="869" actId="14100"/>
          <ac:spMkLst>
            <pc:docMk/>
            <pc:sldMk cId="3926935711" sldId="283"/>
            <ac:spMk id="289" creationId="{00000000-0000-0000-0000-000000000000}"/>
          </ac:spMkLst>
        </pc:spChg>
      </pc:sldChg>
      <pc:sldChg chg="del">
        <pc:chgData name="Evis Plaku" userId="210add130536f584" providerId="LiveId" clId="{AA550899-F6C6-4A39-8D72-FF3B4D7C47AC}" dt="2023-06-30T08:40:01.069" v="110" actId="47"/>
        <pc:sldMkLst>
          <pc:docMk/>
          <pc:sldMk cId="1268955476" sldId="284"/>
        </pc:sldMkLst>
      </pc:sldChg>
      <pc:sldChg chg="del">
        <pc:chgData name="Evis Plaku" userId="210add130536f584" providerId="LiveId" clId="{AA550899-F6C6-4A39-8D72-FF3B4D7C47AC}" dt="2023-06-30T08:40:01.792" v="111" actId="47"/>
        <pc:sldMkLst>
          <pc:docMk/>
          <pc:sldMk cId="4055963525" sldId="285"/>
        </pc:sldMkLst>
      </pc:sldChg>
      <pc:sldChg chg="del">
        <pc:chgData name="Evis Plaku" userId="210add130536f584" providerId="LiveId" clId="{AA550899-F6C6-4A39-8D72-FF3B4D7C47AC}" dt="2023-06-30T08:40:02.938" v="112" actId="47"/>
        <pc:sldMkLst>
          <pc:docMk/>
          <pc:sldMk cId="3351270571" sldId="286"/>
        </pc:sldMkLst>
      </pc:sldChg>
      <pc:sldChg chg="delSp modSp mod">
        <pc:chgData name="Evis Plaku" userId="210add130536f584" providerId="LiveId" clId="{AA550899-F6C6-4A39-8D72-FF3B4D7C47AC}" dt="2023-06-30T08:58:33.783" v="882" actId="20577"/>
        <pc:sldMkLst>
          <pc:docMk/>
          <pc:sldMk cId="1436071468" sldId="287"/>
        </pc:sldMkLst>
        <pc:spChg chg="del">
          <ac:chgData name="Evis Plaku" userId="210add130536f584" providerId="LiveId" clId="{AA550899-F6C6-4A39-8D72-FF3B4D7C47AC}" dt="2023-06-30T08:58:18.582" v="870" actId="478"/>
          <ac:spMkLst>
            <pc:docMk/>
            <pc:sldMk cId="1436071468" sldId="287"/>
            <ac:spMk id="2" creationId="{538BEE59-4947-A3DB-205C-6BC1DA2B2EC1}"/>
          </ac:spMkLst>
        </pc:spChg>
        <pc:spChg chg="del">
          <ac:chgData name="Evis Plaku" userId="210add130536f584" providerId="LiveId" clId="{AA550899-F6C6-4A39-8D72-FF3B4D7C47AC}" dt="2023-06-30T08:58:21.054" v="871" actId="478"/>
          <ac:spMkLst>
            <pc:docMk/>
            <pc:sldMk cId="1436071468" sldId="287"/>
            <ac:spMk id="4" creationId="{8BE7E58B-B041-50F0-1855-58CC8749948B}"/>
          </ac:spMkLst>
        </pc:spChg>
        <pc:spChg chg="mod">
          <ac:chgData name="Evis Plaku" userId="210add130536f584" providerId="LiveId" clId="{AA550899-F6C6-4A39-8D72-FF3B4D7C47AC}" dt="2023-06-30T08:58:33.783" v="882" actId="20577"/>
          <ac:spMkLst>
            <pc:docMk/>
            <pc:sldMk cId="1436071468" sldId="287"/>
            <ac:spMk id="12" creationId="{F26E8D74-041A-3877-BCF4-21BE693CB0FA}"/>
          </ac:spMkLst>
        </pc:spChg>
        <pc:spChg chg="mod">
          <ac:chgData name="Evis Plaku" userId="210add130536f584" providerId="LiveId" clId="{AA550899-F6C6-4A39-8D72-FF3B4D7C47AC}" dt="2023-06-30T08:58:25.577" v="876" actId="20577"/>
          <ac:spMkLst>
            <pc:docMk/>
            <pc:sldMk cId="1436071468" sldId="287"/>
            <ac:spMk id="83" creationId="{00000000-0000-0000-0000-000000000000}"/>
          </ac:spMkLst>
        </pc:spChg>
        <pc:cxnChg chg="del">
          <ac:chgData name="Evis Plaku" userId="210add130536f584" providerId="LiveId" clId="{AA550899-F6C6-4A39-8D72-FF3B4D7C47AC}" dt="2023-06-30T08:58:18.582" v="870" actId="478"/>
          <ac:cxnSpMkLst>
            <pc:docMk/>
            <pc:sldMk cId="1436071468" sldId="287"/>
            <ac:cxnSpMk id="3" creationId="{3F510D07-CE4F-CDEA-8366-2DD53405F6A6}"/>
          </ac:cxnSpMkLst>
        </pc:cxnChg>
      </pc:sldChg>
      <pc:sldChg chg="del">
        <pc:chgData name="Evis Plaku" userId="210add130536f584" providerId="LiveId" clId="{AA550899-F6C6-4A39-8D72-FF3B4D7C47AC}" dt="2023-06-30T08:40:00.332" v="109" actId="47"/>
        <pc:sldMkLst>
          <pc:docMk/>
          <pc:sldMk cId="566380832" sldId="288"/>
        </pc:sldMkLst>
      </pc:sldChg>
      <pc:sldChg chg="del">
        <pc:chgData name="Evis Plaku" userId="210add130536f584" providerId="LiveId" clId="{AA550899-F6C6-4A39-8D72-FF3B4D7C47AC}" dt="2023-06-30T08:39:28.173" v="101" actId="47"/>
        <pc:sldMkLst>
          <pc:docMk/>
          <pc:sldMk cId="2911298006" sldId="289"/>
        </pc:sldMkLst>
      </pc:sldChg>
      <pc:sldChg chg="add del setBg">
        <pc:chgData name="Evis Plaku" userId="210add130536f584" providerId="LiveId" clId="{AA550899-F6C6-4A39-8D72-FF3B4D7C47AC}" dt="2023-06-30T08:40:22.368" v="116"/>
        <pc:sldMkLst>
          <pc:docMk/>
          <pc:sldMk cId="185360932" sldId="291"/>
        </pc:sldMkLst>
      </pc:sldChg>
      <pc:sldChg chg="del">
        <pc:chgData name="Evis Plaku" userId="210add130536f584" providerId="LiveId" clId="{AA550899-F6C6-4A39-8D72-FF3B4D7C47AC}" dt="2023-06-30T08:39:23.063" v="97" actId="47"/>
        <pc:sldMkLst>
          <pc:docMk/>
          <pc:sldMk cId="849907506" sldId="291"/>
        </pc:sldMkLst>
      </pc:sldChg>
      <pc:sldChg chg="addSp delSp modSp add mod ord">
        <pc:chgData name="Evis Plaku" userId="210add130536f584" providerId="LiveId" clId="{AA550899-F6C6-4A39-8D72-FF3B4D7C47AC}" dt="2023-06-30T08:57:51.912" v="832"/>
        <pc:sldMkLst>
          <pc:docMk/>
          <pc:sldMk cId="4039312123" sldId="291"/>
        </pc:sldMkLst>
        <pc:spChg chg="add del">
          <ac:chgData name="Evis Plaku" userId="210add130536f584" providerId="LiveId" clId="{AA550899-F6C6-4A39-8D72-FF3B4D7C47AC}" dt="2023-06-30T08:46:16.003" v="203" actId="22"/>
          <ac:spMkLst>
            <pc:docMk/>
            <pc:sldMk cId="4039312123" sldId="291"/>
            <ac:spMk id="5" creationId="{C07D3E26-53FE-6219-32B4-1B47B75806F6}"/>
          </ac:spMkLst>
        </pc:spChg>
        <pc:spChg chg="mod">
          <ac:chgData name="Evis Plaku" userId="210add130536f584" providerId="LiveId" clId="{AA550899-F6C6-4A39-8D72-FF3B4D7C47AC}" dt="2023-06-30T08:45:11.198" v="201" actId="14100"/>
          <ac:spMkLst>
            <pc:docMk/>
            <pc:sldMk cId="4039312123" sldId="291"/>
            <ac:spMk id="6" creationId="{A013BB02-246A-1392-4D05-A95FFBD62D00}"/>
          </ac:spMkLst>
        </pc:spChg>
        <pc:spChg chg="add del mod">
          <ac:chgData name="Evis Plaku" userId="210add130536f584" providerId="LiveId" clId="{AA550899-F6C6-4A39-8D72-FF3B4D7C47AC}" dt="2023-06-30T08:46:45.952" v="234" actId="478"/>
          <ac:spMkLst>
            <pc:docMk/>
            <pc:sldMk cId="4039312123" sldId="291"/>
            <ac:spMk id="8" creationId="{41BC912E-4AC8-C7BB-CC54-A29B4E9EAAB4}"/>
          </ac:spMkLst>
        </pc:spChg>
        <pc:spChg chg="add del">
          <ac:chgData name="Evis Plaku" userId="210add130536f584" providerId="LiveId" clId="{AA550899-F6C6-4A39-8D72-FF3B4D7C47AC}" dt="2023-06-30T08:47:28.469" v="236" actId="22"/>
          <ac:spMkLst>
            <pc:docMk/>
            <pc:sldMk cId="4039312123" sldId="291"/>
            <ac:spMk id="10" creationId="{29A14840-956F-B970-DA3E-42D03AD155B2}"/>
          </ac:spMkLst>
        </pc:spChg>
        <pc:spChg chg="add mod">
          <ac:chgData name="Evis Plaku" userId="210add130536f584" providerId="LiveId" clId="{AA550899-F6C6-4A39-8D72-FF3B4D7C47AC}" dt="2023-06-30T08:49:08.428" v="400" actId="14100"/>
          <ac:spMkLst>
            <pc:docMk/>
            <pc:sldMk cId="4039312123" sldId="291"/>
            <ac:spMk id="12" creationId="{5F153541-140D-8BF0-386E-1FD94BCF7171}"/>
          </ac:spMkLst>
        </pc:spChg>
        <pc:spChg chg="mod">
          <ac:chgData name="Evis Plaku" userId="210add130536f584" providerId="LiveId" clId="{AA550899-F6C6-4A39-8D72-FF3B4D7C47AC}" dt="2023-06-30T08:41:12.433" v="148" actId="20577"/>
          <ac:spMkLst>
            <pc:docMk/>
            <pc:sldMk cId="4039312123" sldId="291"/>
            <ac:spMk id="166" creationId="{00000000-0000-0000-0000-000000000000}"/>
          </ac:spMkLst>
        </pc:spChg>
        <pc:picChg chg="add mod modCrop">
          <ac:chgData name="Evis Plaku" userId="210add130536f584" providerId="LiveId" clId="{AA550899-F6C6-4A39-8D72-FF3B4D7C47AC}" dt="2023-06-30T08:46:42.804" v="233" actId="1076"/>
          <ac:picMkLst>
            <pc:docMk/>
            <pc:sldMk cId="4039312123" sldId="291"/>
            <ac:picMk id="3" creationId="{750496BF-416C-7558-B98A-91E6A140F536}"/>
          </ac:picMkLst>
        </pc:picChg>
        <pc:picChg chg="add mod">
          <ac:chgData name="Evis Plaku" userId="210add130536f584" providerId="LiveId" clId="{AA550899-F6C6-4A39-8D72-FF3B4D7C47AC}" dt="2023-06-30T08:45:02.601" v="199" actId="1076"/>
          <ac:picMkLst>
            <pc:docMk/>
            <pc:sldMk cId="4039312123" sldId="291"/>
            <ac:picMk id="1026" creationId="{EB0C3069-4376-951B-0E42-4008382F08C0}"/>
          </ac:picMkLst>
        </pc:picChg>
        <pc:picChg chg="del">
          <ac:chgData name="Evis Plaku" userId="210add130536f584" providerId="LiveId" clId="{AA550899-F6C6-4A39-8D72-FF3B4D7C47AC}" dt="2023-06-30T08:40:24.208" v="118" actId="478"/>
          <ac:picMkLst>
            <pc:docMk/>
            <pc:sldMk cId="4039312123" sldId="291"/>
            <ac:picMk id="2050" creationId="{C61F49DD-4112-DB12-97DF-6F9D959F7020}"/>
          </ac:picMkLst>
        </pc:picChg>
        <pc:picChg chg="del">
          <ac:chgData name="Evis Plaku" userId="210add130536f584" providerId="LiveId" clId="{AA550899-F6C6-4A39-8D72-FF3B4D7C47AC}" dt="2023-06-30T08:40:26.263" v="119" actId="478"/>
          <ac:picMkLst>
            <pc:docMk/>
            <pc:sldMk cId="4039312123" sldId="291"/>
            <ac:picMk id="2052" creationId="{7CF554D1-AA19-D532-009C-E53A675BB77F}"/>
          </ac:picMkLst>
        </pc:picChg>
        <pc:picChg chg="del">
          <ac:chgData name="Evis Plaku" userId="210add130536f584" providerId="LiveId" clId="{AA550899-F6C6-4A39-8D72-FF3B4D7C47AC}" dt="2023-06-30T08:40:27.675" v="120" actId="478"/>
          <ac:picMkLst>
            <pc:docMk/>
            <pc:sldMk cId="4039312123" sldId="291"/>
            <ac:picMk id="2054" creationId="{DD69E3D4-ACE9-DD70-DCFE-C2504C2A912B}"/>
          </ac:picMkLst>
        </pc:picChg>
        <pc:picChg chg="del">
          <ac:chgData name="Evis Plaku" userId="210add130536f584" providerId="LiveId" clId="{AA550899-F6C6-4A39-8D72-FF3B4D7C47AC}" dt="2023-06-30T08:40:29.078" v="121" actId="478"/>
          <ac:picMkLst>
            <pc:docMk/>
            <pc:sldMk cId="4039312123" sldId="291"/>
            <ac:picMk id="2056" creationId="{38ACC73C-68D2-4B8E-33B8-DA6CE7BC1C0E}"/>
          </ac:picMkLst>
        </pc:picChg>
      </pc:sldChg>
      <pc:sldChg chg="addSp delSp modSp add mod ord">
        <pc:chgData name="Evis Plaku" userId="210add130536f584" providerId="LiveId" clId="{AA550899-F6C6-4A39-8D72-FF3B4D7C47AC}" dt="2023-06-30T08:57:54.019" v="834"/>
        <pc:sldMkLst>
          <pc:docMk/>
          <pc:sldMk cId="808189775" sldId="292"/>
        </pc:sldMkLst>
        <pc:spChg chg="del">
          <ac:chgData name="Evis Plaku" userId="210add130536f584" providerId="LiveId" clId="{AA550899-F6C6-4A39-8D72-FF3B4D7C47AC}" dt="2023-06-30T08:50:34.462" v="500" actId="478"/>
          <ac:spMkLst>
            <pc:docMk/>
            <pc:sldMk cId="808189775" sldId="292"/>
            <ac:spMk id="2" creationId="{538BEE59-4947-A3DB-205C-6BC1DA2B2EC1}"/>
          </ac:spMkLst>
        </pc:spChg>
        <pc:spChg chg="del">
          <ac:chgData name="Evis Plaku" userId="210add130536f584" providerId="LiveId" clId="{AA550899-F6C6-4A39-8D72-FF3B4D7C47AC}" dt="2023-06-30T08:50:37.554" v="501" actId="478"/>
          <ac:spMkLst>
            <pc:docMk/>
            <pc:sldMk cId="808189775" sldId="292"/>
            <ac:spMk id="4" creationId="{8BE7E58B-B041-50F0-1855-58CC8749948B}"/>
          </ac:spMkLst>
        </pc:spChg>
        <pc:spChg chg="add mod">
          <ac:chgData name="Evis Plaku" userId="210add130536f584" providerId="LiveId" clId="{AA550899-F6C6-4A39-8D72-FF3B4D7C47AC}" dt="2023-06-30T08:51:09.844" v="535" actId="1076"/>
          <ac:spMkLst>
            <pc:docMk/>
            <pc:sldMk cId="808189775" sldId="292"/>
            <ac:spMk id="5" creationId="{5105C145-70FF-09FF-E533-188EDBBD8E54}"/>
          </ac:spMkLst>
        </pc:spChg>
        <pc:spChg chg="del">
          <ac:chgData name="Evis Plaku" userId="210add130536f584" providerId="LiveId" clId="{AA550899-F6C6-4A39-8D72-FF3B4D7C47AC}" dt="2023-06-30T08:50:30.093" v="499" actId="478"/>
          <ac:spMkLst>
            <pc:docMk/>
            <pc:sldMk cId="808189775" sldId="292"/>
            <ac:spMk id="6" creationId="{E0140779-1418-41C7-57EE-5A5C66655ABA}"/>
          </ac:spMkLst>
        </pc:spChg>
        <pc:spChg chg="add mod">
          <ac:chgData name="Evis Plaku" userId="210add130536f584" providerId="LiveId" clId="{AA550899-F6C6-4A39-8D72-FF3B4D7C47AC}" dt="2023-06-30T08:51:30.487" v="558" actId="1076"/>
          <ac:spMkLst>
            <pc:docMk/>
            <pc:sldMk cId="808189775" sldId="292"/>
            <ac:spMk id="10" creationId="{16A5356C-D0FB-FC7F-2A50-036500D793CC}"/>
          </ac:spMkLst>
        </pc:spChg>
        <pc:spChg chg="del">
          <ac:chgData name="Evis Plaku" userId="210add130536f584" providerId="LiveId" clId="{AA550899-F6C6-4A39-8D72-FF3B4D7C47AC}" dt="2023-06-30T08:49:46.440" v="421" actId="478"/>
          <ac:spMkLst>
            <pc:docMk/>
            <pc:sldMk cId="808189775" sldId="292"/>
            <ac:spMk id="11" creationId="{7B580BDB-FD5B-822B-1E07-36901F34FAEF}"/>
          </ac:spMkLst>
        </pc:spChg>
        <pc:spChg chg="del">
          <ac:chgData name="Evis Plaku" userId="210add130536f584" providerId="LiveId" clId="{AA550899-F6C6-4A39-8D72-FF3B4D7C47AC}" dt="2023-06-30T08:49:46.440" v="421" actId="478"/>
          <ac:spMkLst>
            <pc:docMk/>
            <pc:sldMk cId="808189775" sldId="292"/>
            <ac:spMk id="12" creationId="{F26E8D74-041A-3877-BCF4-21BE693CB0FA}"/>
          </ac:spMkLst>
        </pc:spChg>
        <pc:spChg chg="del">
          <ac:chgData name="Evis Plaku" userId="210add130536f584" providerId="LiveId" clId="{AA550899-F6C6-4A39-8D72-FF3B4D7C47AC}" dt="2023-06-30T08:49:46.440" v="421" actId="478"/>
          <ac:spMkLst>
            <pc:docMk/>
            <pc:sldMk cId="808189775" sldId="292"/>
            <ac:spMk id="13" creationId="{3CE292B4-6B92-C0A6-5760-21CAB3B2A0EC}"/>
          </ac:spMkLst>
        </pc:spChg>
        <pc:spChg chg="mod">
          <ac:chgData name="Evis Plaku" userId="210add130536f584" providerId="LiveId" clId="{AA550899-F6C6-4A39-8D72-FF3B4D7C47AC}" dt="2023-06-30T08:49:41.242" v="420" actId="20577"/>
          <ac:spMkLst>
            <pc:docMk/>
            <pc:sldMk cId="808189775" sldId="292"/>
            <ac:spMk id="14" creationId="{13B70285-2253-2898-5C24-AD17A0002333}"/>
          </ac:spMkLst>
        </pc:spChg>
        <pc:spChg chg="add mod">
          <ac:chgData name="Evis Plaku" userId="210add130536f584" providerId="LiveId" clId="{AA550899-F6C6-4A39-8D72-FF3B4D7C47AC}" dt="2023-06-30T08:51:47.958" v="595" actId="1076"/>
          <ac:spMkLst>
            <pc:docMk/>
            <pc:sldMk cId="808189775" sldId="292"/>
            <ac:spMk id="15" creationId="{58592430-83CC-8C43-1368-01DC1EA60B60}"/>
          </ac:spMkLst>
        </pc:spChg>
        <pc:spChg chg="add del">
          <ac:chgData name="Evis Plaku" userId="210add130536f584" providerId="LiveId" clId="{AA550899-F6C6-4A39-8D72-FF3B4D7C47AC}" dt="2023-06-30T08:55:05.104" v="802" actId="478"/>
          <ac:spMkLst>
            <pc:docMk/>
            <pc:sldMk cId="808189775" sldId="292"/>
            <ac:spMk id="18" creationId="{436942CD-22EA-CEA3-47F8-A144C7520346}"/>
          </ac:spMkLst>
        </pc:spChg>
        <pc:spChg chg="del mod">
          <ac:chgData name="Evis Plaku" userId="210add130536f584" providerId="LiveId" clId="{AA550899-F6C6-4A39-8D72-FF3B4D7C47AC}" dt="2023-06-30T08:51:14.244" v="538" actId="478"/>
          <ac:spMkLst>
            <pc:docMk/>
            <pc:sldMk cId="808189775" sldId="292"/>
            <ac:spMk id="83" creationId="{00000000-0000-0000-0000-000000000000}"/>
          </ac:spMkLst>
        </pc:spChg>
        <pc:spChg chg="mod">
          <ac:chgData name="Evis Plaku" userId="210add130536f584" providerId="LiveId" clId="{AA550899-F6C6-4A39-8D72-FF3B4D7C47AC}" dt="2023-06-30T08:50:12.294" v="498" actId="20577"/>
          <ac:spMkLst>
            <pc:docMk/>
            <pc:sldMk cId="808189775" sldId="292"/>
            <ac:spMk id="84" creationId="{00000000-0000-0000-0000-000000000000}"/>
          </ac:spMkLst>
        </pc:spChg>
        <pc:spChg chg="mod">
          <ac:chgData name="Evis Plaku" userId="210add130536f584" providerId="LiveId" clId="{AA550899-F6C6-4A39-8D72-FF3B4D7C47AC}" dt="2023-06-30T08:53:56.397" v="796" actId="20577"/>
          <ac:spMkLst>
            <pc:docMk/>
            <pc:sldMk cId="808189775" sldId="292"/>
            <ac:spMk id="88" creationId="{00000000-0000-0000-0000-000000000000}"/>
          </ac:spMkLst>
        </pc:spChg>
        <pc:picChg chg="del">
          <ac:chgData name="Evis Plaku" userId="210add130536f584" providerId="LiveId" clId="{AA550899-F6C6-4A39-8D72-FF3B4D7C47AC}" dt="2023-06-30T08:49:46.440" v="421" actId="478"/>
          <ac:picMkLst>
            <pc:docMk/>
            <pc:sldMk cId="808189775" sldId="292"/>
            <ac:picMk id="7" creationId="{0FD67A9A-CDE0-2F5C-9D3D-15CD169FE736}"/>
          </ac:picMkLst>
        </pc:picChg>
        <pc:picChg chg="del">
          <ac:chgData name="Evis Plaku" userId="210add130536f584" providerId="LiveId" clId="{AA550899-F6C6-4A39-8D72-FF3B4D7C47AC}" dt="2023-06-30T08:49:46.440" v="421" actId="478"/>
          <ac:picMkLst>
            <pc:docMk/>
            <pc:sldMk cId="808189775" sldId="292"/>
            <ac:picMk id="8" creationId="{249AA525-F5EB-3311-D659-83DE92840227}"/>
          </ac:picMkLst>
        </pc:picChg>
        <pc:picChg chg="del">
          <ac:chgData name="Evis Plaku" userId="210add130536f584" providerId="LiveId" clId="{AA550899-F6C6-4A39-8D72-FF3B4D7C47AC}" dt="2023-06-30T08:49:46.440" v="421" actId="478"/>
          <ac:picMkLst>
            <pc:docMk/>
            <pc:sldMk cId="808189775" sldId="292"/>
            <ac:picMk id="9" creationId="{B73F14CB-BB09-6BFF-F877-2D3538D082DD}"/>
          </ac:picMkLst>
        </pc:picChg>
        <pc:picChg chg="add mod">
          <ac:chgData name="Evis Plaku" userId="210add130536f584" providerId="LiveId" clId="{AA550899-F6C6-4A39-8D72-FF3B4D7C47AC}" dt="2023-06-30T08:54:18" v="800" actId="1076"/>
          <ac:picMkLst>
            <pc:docMk/>
            <pc:sldMk cId="808189775" sldId="292"/>
            <ac:picMk id="17" creationId="{1A7B9AD2-1A13-D800-8AEA-CA70FD7E5D08}"/>
          </ac:picMkLst>
        </pc:picChg>
        <pc:picChg chg="add mod">
          <ac:chgData name="Evis Plaku" userId="210add130536f584" providerId="LiveId" clId="{AA550899-F6C6-4A39-8D72-FF3B4D7C47AC}" dt="2023-06-30T08:56:40.928" v="823" actId="1076"/>
          <ac:picMkLst>
            <pc:docMk/>
            <pc:sldMk cId="808189775" sldId="292"/>
            <ac:picMk id="20" creationId="{F1A08C39-56CC-2560-A38A-ABB3CA57998F}"/>
          </ac:picMkLst>
        </pc:picChg>
        <pc:picChg chg="add mod">
          <ac:chgData name="Evis Plaku" userId="210add130536f584" providerId="LiveId" clId="{AA550899-F6C6-4A39-8D72-FF3B4D7C47AC}" dt="2023-06-30T08:56:37.458" v="822" actId="1076"/>
          <ac:picMkLst>
            <pc:docMk/>
            <pc:sldMk cId="808189775" sldId="292"/>
            <ac:picMk id="21" creationId="{689F0482-B14E-DA88-4BDD-C7EBA060C5EE}"/>
          </ac:picMkLst>
        </pc:picChg>
        <pc:picChg chg="add mod">
          <ac:chgData name="Evis Plaku" userId="210add130536f584" providerId="LiveId" clId="{AA550899-F6C6-4A39-8D72-FF3B4D7C47AC}" dt="2023-06-30T08:56:14.447" v="818" actId="1076"/>
          <ac:picMkLst>
            <pc:docMk/>
            <pc:sldMk cId="808189775" sldId="292"/>
            <ac:picMk id="22" creationId="{87AB6F06-967E-31C6-B746-84BB1A37CAD4}"/>
          </ac:picMkLst>
        </pc:picChg>
        <pc:picChg chg="add mod">
          <ac:chgData name="Evis Plaku" userId="210add130536f584" providerId="LiveId" clId="{AA550899-F6C6-4A39-8D72-FF3B4D7C47AC}" dt="2023-06-30T08:57:27.646" v="830" actId="1076"/>
          <ac:picMkLst>
            <pc:docMk/>
            <pc:sldMk cId="808189775" sldId="292"/>
            <ac:picMk id="24" creationId="{41E255DB-0B87-1D66-9E38-B3C9A2669DB5}"/>
          </ac:picMkLst>
        </pc:picChg>
        <pc:cxnChg chg="del">
          <ac:chgData name="Evis Plaku" userId="210add130536f584" providerId="LiveId" clId="{AA550899-F6C6-4A39-8D72-FF3B4D7C47AC}" dt="2023-06-30T08:50:34.462" v="500" actId="478"/>
          <ac:cxnSpMkLst>
            <pc:docMk/>
            <pc:sldMk cId="808189775" sldId="292"/>
            <ac:cxnSpMk id="3" creationId="{3F510D07-CE4F-CDEA-8366-2DD53405F6A6}"/>
          </ac:cxnSpMkLst>
        </pc:cxnChg>
      </pc:sldChg>
      <pc:sldChg chg="add del setBg">
        <pc:chgData name="Evis Plaku" userId="210add130536f584" providerId="LiveId" clId="{AA550899-F6C6-4A39-8D72-FF3B4D7C47AC}" dt="2023-06-30T08:49:37.122" v="406"/>
        <pc:sldMkLst>
          <pc:docMk/>
          <pc:sldMk cId="2237851892" sldId="292"/>
        </pc:sldMkLst>
      </pc:sldChg>
      <pc:sldChg chg="add del setBg">
        <pc:chgData name="Evis Plaku" userId="210add130536f584" providerId="LiveId" clId="{AA550899-F6C6-4A39-8D72-FF3B4D7C47AC}" dt="2023-06-30T08:49:17.299" v="402"/>
        <pc:sldMkLst>
          <pc:docMk/>
          <pc:sldMk cId="2267110772" sldId="292"/>
        </pc:sldMkLst>
      </pc:sldChg>
      <pc:sldChg chg="add del">
        <pc:chgData name="Evis Plaku" userId="210add130536f584" providerId="LiveId" clId="{AA550899-F6C6-4A39-8D72-FF3B4D7C47AC}" dt="2023-06-30T08:49:31.828" v="404" actId="47"/>
        <pc:sldMkLst>
          <pc:docMk/>
          <pc:sldMk cId="3654299631" sldId="292"/>
        </pc:sldMkLst>
      </pc:sldChg>
      <pc:sldChg chg="del">
        <pc:chgData name="Evis Plaku" userId="210add130536f584" providerId="LiveId" clId="{AA550899-F6C6-4A39-8D72-FF3B4D7C47AC}" dt="2023-06-30T08:39:23.956" v="98" actId="47"/>
        <pc:sldMkLst>
          <pc:docMk/>
          <pc:sldMk cId="3995917226" sldId="292"/>
        </pc:sldMkLst>
      </pc:sldChg>
      <pc:sldChg chg="add del setBg">
        <pc:chgData name="Evis Plaku" userId="210add130536f584" providerId="LiveId" clId="{AA550899-F6C6-4A39-8D72-FF3B4D7C47AC}" dt="2023-06-30T08:59:21.045" v="902"/>
        <pc:sldMkLst>
          <pc:docMk/>
          <pc:sldMk cId="1715798747" sldId="293"/>
        </pc:sldMkLst>
      </pc:sldChg>
      <pc:sldChg chg="del">
        <pc:chgData name="Evis Plaku" userId="210add130536f584" providerId="LiveId" clId="{AA550899-F6C6-4A39-8D72-FF3B4D7C47AC}" dt="2023-06-30T08:39:25.021" v="99" actId="47"/>
        <pc:sldMkLst>
          <pc:docMk/>
          <pc:sldMk cId="3376705643" sldId="293"/>
        </pc:sldMkLst>
      </pc:sldChg>
      <pc:sldChg chg="addSp delSp modSp new del">
        <pc:chgData name="Evis Plaku" userId="210add130536f584" providerId="LiveId" clId="{AA550899-F6C6-4A39-8D72-FF3B4D7C47AC}" dt="2023-06-30T08:59:17.047" v="900" actId="47"/>
        <pc:sldMkLst>
          <pc:docMk/>
          <pc:sldMk cId="3895183479" sldId="293"/>
        </pc:sldMkLst>
        <pc:spChg chg="add del mod">
          <ac:chgData name="Evis Plaku" userId="210add130536f584" providerId="LiveId" clId="{AA550899-F6C6-4A39-8D72-FF3B4D7C47AC}" dt="2023-06-30T08:59:15.155" v="899"/>
          <ac:spMkLst>
            <pc:docMk/>
            <pc:sldMk cId="3895183479" sldId="293"/>
            <ac:spMk id="4" creationId="{FC0A06E7-B5D7-AEDD-FED8-2C42D9BEE55E}"/>
          </ac:spMkLst>
        </pc:spChg>
        <pc:spChg chg="add del mod">
          <ac:chgData name="Evis Plaku" userId="210add130536f584" providerId="LiveId" clId="{AA550899-F6C6-4A39-8D72-FF3B4D7C47AC}" dt="2023-06-30T08:59:15.155" v="899"/>
          <ac:spMkLst>
            <pc:docMk/>
            <pc:sldMk cId="3895183479" sldId="293"/>
            <ac:spMk id="5" creationId="{85AB77A9-55D3-C4DC-7A72-DFA641497C3C}"/>
          </ac:spMkLst>
        </pc:spChg>
        <pc:spChg chg="add del mod">
          <ac:chgData name="Evis Plaku" userId="210add130536f584" providerId="LiveId" clId="{AA550899-F6C6-4A39-8D72-FF3B4D7C47AC}" dt="2023-06-30T08:59:15.155" v="899"/>
          <ac:spMkLst>
            <pc:docMk/>
            <pc:sldMk cId="3895183479" sldId="293"/>
            <ac:spMk id="6" creationId="{B11AFC9D-5527-E6EF-E37A-FF2D266B6428}"/>
          </ac:spMkLst>
        </pc:spChg>
        <pc:spChg chg="add del mod">
          <ac:chgData name="Evis Plaku" userId="210add130536f584" providerId="LiveId" clId="{AA550899-F6C6-4A39-8D72-FF3B4D7C47AC}" dt="2023-06-30T08:59:15.155" v="899"/>
          <ac:spMkLst>
            <pc:docMk/>
            <pc:sldMk cId="3895183479" sldId="293"/>
            <ac:spMk id="7" creationId="{F58CD7D9-4B97-799B-BD2E-C5B8BF4973C5}"/>
          </ac:spMkLst>
        </pc:spChg>
        <pc:spChg chg="add del mod">
          <ac:chgData name="Evis Plaku" userId="210add130536f584" providerId="LiveId" clId="{AA550899-F6C6-4A39-8D72-FF3B4D7C47AC}" dt="2023-06-30T08:59:15.155" v="899"/>
          <ac:spMkLst>
            <pc:docMk/>
            <pc:sldMk cId="3895183479" sldId="293"/>
            <ac:spMk id="8" creationId="{5E7BD357-264B-B4C1-60ED-9E7F9BCF812A}"/>
          </ac:spMkLst>
        </pc:spChg>
        <pc:spChg chg="add del mod">
          <ac:chgData name="Evis Plaku" userId="210add130536f584" providerId="LiveId" clId="{AA550899-F6C6-4A39-8D72-FF3B4D7C47AC}" dt="2023-06-30T08:59:15.155" v="899"/>
          <ac:spMkLst>
            <pc:docMk/>
            <pc:sldMk cId="3895183479" sldId="293"/>
            <ac:spMk id="9" creationId="{64A00C93-4A98-128F-14BC-13D04BC49C61}"/>
          </ac:spMkLst>
        </pc:spChg>
        <pc:spChg chg="add del mod">
          <ac:chgData name="Evis Plaku" userId="210add130536f584" providerId="LiveId" clId="{AA550899-F6C6-4A39-8D72-FF3B4D7C47AC}" dt="2023-06-30T08:59:15.155" v="899"/>
          <ac:spMkLst>
            <pc:docMk/>
            <pc:sldMk cId="3895183479" sldId="293"/>
            <ac:spMk id="10" creationId="{8C223BA6-4EF9-E35D-5D2F-FFF046EA711F}"/>
          </ac:spMkLst>
        </pc:spChg>
        <pc:spChg chg="add del mod">
          <ac:chgData name="Evis Plaku" userId="210add130536f584" providerId="LiveId" clId="{AA550899-F6C6-4A39-8D72-FF3B4D7C47AC}" dt="2023-06-30T08:59:15.155" v="899"/>
          <ac:spMkLst>
            <pc:docMk/>
            <pc:sldMk cId="3895183479" sldId="293"/>
            <ac:spMk id="11" creationId="{3488325C-E202-2A05-7AFF-94E2422D6F4C}"/>
          </ac:spMkLst>
        </pc:spChg>
        <pc:spChg chg="add del mod">
          <ac:chgData name="Evis Plaku" userId="210add130536f584" providerId="LiveId" clId="{AA550899-F6C6-4A39-8D72-FF3B4D7C47AC}" dt="2023-06-30T08:59:15.155" v="899"/>
          <ac:spMkLst>
            <pc:docMk/>
            <pc:sldMk cId="3895183479" sldId="293"/>
            <ac:spMk id="12" creationId="{C6E2E658-0DFE-8FC8-F514-C170C842A1B3}"/>
          </ac:spMkLst>
        </pc:spChg>
        <pc:spChg chg="add del mod">
          <ac:chgData name="Evis Plaku" userId="210add130536f584" providerId="LiveId" clId="{AA550899-F6C6-4A39-8D72-FF3B4D7C47AC}" dt="2023-06-30T08:59:15.155" v="899"/>
          <ac:spMkLst>
            <pc:docMk/>
            <pc:sldMk cId="3895183479" sldId="293"/>
            <ac:spMk id="13" creationId="{14558B07-C6C3-F645-6B68-B8AE47ABFCCC}"/>
          </ac:spMkLst>
        </pc:spChg>
        <pc:spChg chg="add del mod">
          <ac:chgData name="Evis Plaku" userId="210add130536f584" providerId="LiveId" clId="{AA550899-F6C6-4A39-8D72-FF3B4D7C47AC}" dt="2023-06-30T08:59:15.155" v="899"/>
          <ac:spMkLst>
            <pc:docMk/>
            <pc:sldMk cId="3895183479" sldId="293"/>
            <ac:spMk id="14" creationId="{2DD50682-4DA4-3D5E-6210-26662693D3EA}"/>
          </ac:spMkLst>
        </pc:spChg>
        <pc:spChg chg="add del mod">
          <ac:chgData name="Evis Plaku" userId="210add130536f584" providerId="LiveId" clId="{AA550899-F6C6-4A39-8D72-FF3B4D7C47AC}" dt="2023-06-30T08:59:15.155" v="899"/>
          <ac:spMkLst>
            <pc:docMk/>
            <pc:sldMk cId="3895183479" sldId="293"/>
            <ac:spMk id="15" creationId="{FACA5524-0EDB-3D54-FEE8-0007D78B4A6A}"/>
          </ac:spMkLst>
        </pc:spChg>
        <pc:spChg chg="add del mod">
          <ac:chgData name="Evis Plaku" userId="210add130536f584" providerId="LiveId" clId="{AA550899-F6C6-4A39-8D72-FF3B4D7C47AC}" dt="2023-06-30T08:59:15.155" v="899"/>
          <ac:spMkLst>
            <pc:docMk/>
            <pc:sldMk cId="3895183479" sldId="293"/>
            <ac:spMk id="16" creationId="{2BE72E3F-090A-0A36-F582-A424B66D0A98}"/>
          </ac:spMkLst>
        </pc:spChg>
        <pc:spChg chg="add del mod">
          <ac:chgData name="Evis Plaku" userId="210add130536f584" providerId="LiveId" clId="{AA550899-F6C6-4A39-8D72-FF3B4D7C47AC}" dt="2023-06-30T08:59:15.155" v="899"/>
          <ac:spMkLst>
            <pc:docMk/>
            <pc:sldMk cId="3895183479" sldId="293"/>
            <ac:spMk id="17" creationId="{2ABFFA83-260F-5E68-4B72-C82D1018B02C}"/>
          </ac:spMkLst>
        </pc:spChg>
        <pc:spChg chg="add del mod">
          <ac:chgData name="Evis Plaku" userId="210add130536f584" providerId="LiveId" clId="{AA550899-F6C6-4A39-8D72-FF3B4D7C47AC}" dt="2023-06-30T08:59:15.155" v="899"/>
          <ac:spMkLst>
            <pc:docMk/>
            <pc:sldMk cId="3895183479" sldId="293"/>
            <ac:spMk id="19" creationId="{5E5F8381-1AED-219E-5714-ACE0DB8A2EDD}"/>
          </ac:spMkLst>
        </pc:spChg>
        <pc:picChg chg="add del mod">
          <ac:chgData name="Evis Plaku" userId="210add130536f584" providerId="LiveId" clId="{AA550899-F6C6-4A39-8D72-FF3B4D7C47AC}" dt="2023-06-30T08:59:15.155" v="899"/>
          <ac:picMkLst>
            <pc:docMk/>
            <pc:sldMk cId="3895183479" sldId="293"/>
            <ac:picMk id="2" creationId="{5952FC0B-80CA-3A9B-3680-43972EE5805D}"/>
          </ac:picMkLst>
        </pc:picChg>
        <pc:picChg chg="add del mod">
          <ac:chgData name="Evis Plaku" userId="210add130536f584" providerId="LiveId" clId="{AA550899-F6C6-4A39-8D72-FF3B4D7C47AC}" dt="2023-06-30T08:59:15.155" v="899"/>
          <ac:picMkLst>
            <pc:docMk/>
            <pc:sldMk cId="3895183479" sldId="293"/>
            <ac:picMk id="3" creationId="{09C7253D-F4B0-A743-5539-3D04C8B6A5CD}"/>
          </ac:picMkLst>
        </pc:picChg>
        <pc:picChg chg="add del mod">
          <ac:chgData name="Evis Plaku" userId="210add130536f584" providerId="LiveId" clId="{AA550899-F6C6-4A39-8D72-FF3B4D7C47AC}" dt="2023-06-30T08:59:15.155" v="899"/>
          <ac:picMkLst>
            <pc:docMk/>
            <pc:sldMk cId="3895183479" sldId="293"/>
            <ac:picMk id="18" creationId="{4CD7EB76-7078-ACF0-3B66-9867B1BCC6C1}"/>
          </ac:picMkLst>
        </pc:picChg>
        <pc:picChg chg="add del mod">
          <ac:chgData name="Evis Plaku" userId="210add130536f584" providerId="LiveId" clId="{AA550899-F6C6-4A39-8D72-FF3B4D7C47AC}" dt="2023-06-30T08:59:15.155" v="899"/>
          <ac:picMkLst>
            <pc:docMk/>
            <pc:sldMk cId="3895183479" sldId="293"/>
            <ac:picMk id="20" creationId="{9C7688A4-9CB1-9C69-6D98-7F9395E81D0B}"/>
          </ac:picMkLst>
        </pc:picChg>
        <pc:picChg chg="add del mod">
          <ac:chgData name="Evis Plaku" userId="210add130536f584" providerId="LiveId" clId="{AA550899-F6C6-4A39-8D72-FF3B4D7C47AC}" dt="2023-06-30T08:59:15.155" v="899"/>
          <ac:picMkLst>
            <pc:docMk/>
            <pc:sldMk cId="3895183479" sldId="293"/>
            <ac:picMk id="21" creationId="{D6A5E644-E5C7-CEED-994F-9D587160A04C}"/>
          </ac:picMkLst>
        </pc:picChg>
      </pc:sldChg>
      <pc:sldChg chg="add">
        <pc:chgData name="Evis Plaku" userId="210add130536f584" providerId="LiveId" clId="{AA550899-F6C6-4A39-8D72-FF3B4D7C47AC}" dt="2023-06-30T08:59:21.102" v="903"/>
        <pc:sldMkLst>
          <pc:docMk/>
          <pc:sldMk cId="4051127662" sldId="293"/>
        </pc:sldMkLst>
      </pc:sldChg>
      <pc:sldChg chg="del">
        <pc:chgData name="Evis Plaku" userId="210add130536f584" providerId="LiveId" clId="{AA550899-F6C6-4A39-8D72-FF3B4D7C47AC}" dt="2023-06-30T08:39:26.024" v="100" actId="47"/>
        <pc:sldMkLst>
          <pc:docMk/>
          <pc:sldMk cId="3314369632" sldId="294"/>
        </pc:sldMkLst>
      </pc:sldChg>
      <pc:sldChg chg="del">
        <pc:chgData name="Evis Plaku" userId="210add130536f584" providerId="LiveId" clId="{AA550899-F6C6-4A39-8D72-FF3B4D7C47AC}" dt="2023-06-30T08:40:04.167" v="113" actId="47"/>
        <pc:sldMkLst>
          <pc:docMk/>
          <pc:sldMk cId="633422522" sldId="296"/>
        </pc:sldMkLst>
      </pc:sldChg>
      <pc:sldChg chg="del">
        <pc:chgData name="Evis Plaku" userId="210add130536f584" providerId="LiveId" clId="{AA550899-F6C6-4A39-8D72-FF3B4D7C47AC}" dt="2023-06-30T08:40:05.112" v="114" actId="47"/>
        <pc:sldMkLst>
          <pc:docMk/>
          <pc:sldMk cId="2586059140" sldId="297"/>
        </pc:sldMkLst>
      </pc:sldChg>
    </pc:docChg>
  </pc:docChgLst>
  <pc:docChgLst>
    <pc:chgData name="Evis Plaku" userId="210add130536f584" providerId="LiveId" clId="{E1B547BD-CDA0-4E60-BB68-1485ECBED296}"/>
    <pc:docChg chg="modSld">
      <pc:chgData name="Evis Plaku" userId="210add130536f584" providerId="LiveId" clId="{E1B547BD-CDA0-4E60-BB68-1485ECBED296}" dt="2023-04-06T15:44:42.924" v="1" actId="20577"/>
      <pc:docMkLst>
        <pc:docMk/>
      </pc:docMkLst>
      <pc:sldChg chg="modSp mod">
        <pc:chgData name="Evis Plaku" userId="210add130536f584" providerId="LiveId" clId="{E1B547BD-CDA0-4E60-BB68-1485ECBED296}" dt="2023-04-06T15:44:42.924" v="1" actId="20577"/>
        <pc:sldMkLst>
          <pc:docMk/>
          <pc:sldMk cId="0" sldId="256"/>
        </pc:sldMkLst>
        <pc:spChg chg="mod">
          <ac:chgData name="Evis Plaku" userId="210add130536f584" providerId="LiveId" clId="{E1B547BD-CDA0-4E60-BB68-1485ECBED296}" dt="2023-04-06T15:44:42.924" v="1" actId="20577"/>
          <ac:spMkLst>
            <pc:docMk/>
            <pc:sldMk cId="0" sldId="256"/>
            <ac:spMk id="64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FFEF342-6A1E-430E-A93D-A146F8C7B63F}" type="doc">
      <dgm:prSet loTypeId="urn:microsoft.com/office/officeart/2005/8/layout/hProcess11" loCatId="process" qsTypeId="urn:microsoft.com/office/officeart/2005/8/quickstyle/simple1" qsCatId="simple" csTypeId="urn:microsoft.com/office/officeart/2005/8/colors/colorful1" csCatId="colorful" phldr="1"/>
      <dgm:spPr/>
    </dgm:pt>
    <dgm:pt modelId="{3B3F9E0B-EE04-421B-BF49-C795E53822EF}">
      <dgm:prSet phldrT="[Text]"/>
      <dgm:spPr/>
      <dgm:t>
        <a:bodyPr/>
        <a:lstStyle/>
        <a:p>
          <a:r>
            <a:rPr lang="en-US" dirty="0"/>
            <a:t>Load files</a:t>
          </a:r>
        </a:p>
      </dgm:t>
    </dgm:pt>
    <dgm:pt modelId="{BAB76988-F9CA-4D5C-9F82-1A5586758F54}" type="parTrans" cxnId="{FAA783C6-4701-4B08-8F5A-175CFAF0712E}">
      <dgm:prSet/>
      <dgm:spPr/>
      <dgm:t>
        <a:bodyPr/>
        <a:lstStyle/>
        <a:p>
          <a:endParaRPr lang="en-US"/>
        </a:p>
      </dgm:t>
    </dgm:pt>
    <dgm:pt modelId="{EBF4CDC1-9A64-4F30-90C4-181EF987F434}" type="sibTrans" cxnId="{FAA783C6-4701-4B08-8F5A-175CFAF0712E}">
      <dgm:prSet/>
      <dgm:spPr/>
      <dgm:t>
        <a:bodyPr/>
        <a:lstStyle/>
        <a:p>
          <a:endParaRPr lang="en-US"/>
        </a:p>
      </dgm:t>
    </dgm:pt>
    <dgm:pt modelId="{2A659F5C-824D-4C81-B53D-6A1AAFC8D97D}">
      <dgm:prSet phldrT="[Text]"/>
      <dgm:spPr/>
      <dgm:t>
        <a:bodyPr/>
        <a:lstStyle/>
        <a:p>
          <a:r>
            <a:rPr lang="en-US" dirty="0"/>
            <a:t>Add metadata</a:t>
          </a:r>
        </a:p>
      </dgm:t>
    </dgm:pt>
    <dgm:pt modelId="{7D6CFD6F-8837-45C8-8A24-71E8B6B215BE}" type="parTrans" cxnId="{269EF3FD-5336-4FAC-9824-9FAA61B13ECC}">
      <dgm:prSet/>
      <dgm:spPr/>
      <dgm:t>
        <a:bodyPr/>
        <a:lstStyle/>
        <a:p>
          <a:endParaRPr lang="en-US"/>
        </a:p>
      </dgm:t>
    </dgm:pt>
    <dgm:pt modelId="{26DD5885-B763-457A-B1EB-B3409AF98DAF}" type="sibTrans" cxnId="{269EF3FD-5336-4FAC-9824-9FAA61B13ECC}">
      <dgm:prSet/>
      <dgm:spPr/>
      <dgm:t>
        <a:bodyPr/>
        <a:lstStyle/>
        <a:p>
          <a:endParaRPr lang="en-US"/>
        </a:p>
      </dgm:t>
    </dgm:pt>
    <dgm:pt modelId="{22236F3D-CCF8-4166-9029-C1326BF22C97}">
      <dgm:prSet phldrT="[Text]"/>
      <dgm:spPr/>
      <dgm:t>
        <a:bodyPr/>
        <a:lstStyle/>
        <a:p>
          <a:r>
            <a:rPr lang="en-US" dirty="0"/>
            <a:t>Split to chunks</a:t>
          </a:r>
        </a:p>
      </dgm:t>
    </dgm:pt>
    <dgm:pt modelId="{443F808A-FFF7-4BB0-88C0-2B52F513E605}" type="parTrans" cxnId="{926B777C-1FEA-4562-8B40-47C6FD1A2D4E}">
      <dgm:prSet/>
      <dgm:spPr/>
      <dgm:t>
        <a:bodyPr/>
        <a:lstStyle/>
        <a:p>
          <a:endParaRPr lang="en-US"/>
        </a:p>
      </dgm:t>
    </dgm:pt>
    <dgm:pt modelId="{67660957-9A41-49C9-A826-1BB631152603}" type="sibTrans" cxnId="{926B777C-1FEA-4562-8B40-47C6FD1A2D4E}">
      <dgm:prSet/>
      <dgm:spPr/>
      <dgm:t>
        <a:bodyPr/>
        <a:lstStyle/>
        <a:p>
          <a:endParaRPr lang="en-US"/>
        </a:p>
      </dgm:t>
    </dgm:pt>
    <dgm:pt modelId="{B580F649-1E58-4F07-90FB-9A2B20C67996}">
      <dgm:prSet phldrT="[Text]"/>
      <dgm:spPr/>
      <dgm:t>
        <a:bodyPr/>
        <a:lstStyle/>
        <a:p>
          <a:r>
            <a:rPr lang="en-US" dirty="0"/>
            <a:t>Generate embeddings</a:t>
          </a:r>
        </a:p>
      </dgm:t>
    </dgm:pt>
    <dgm:pt modelId="{E4E1188D-AF58-47BD-99F5-E20F43D18F43}" type="parTrans" cxnId="{B5E57662-FFEC-4FEA-8143-69A27D3CF42D}">
      <dgm:prSet/>
      <dgm:spPr/>
      <dgm:t>
        <a:bodyPr/>
        <a:lstStyle/>
        <a:p>
          <a:endParaRPr lang="en-US"/>
        </a:p>
      </dgm:t>
    </dgm:pt>
    <dgm:pt modelId="{24D7FC82-826B-4E6E-821E-754DD768C52D}" type="sibTrans" cxnId="{B5E57662-FFEC-4FEA-8143-69A27D3CF42D}">
      <dgm:prSet/>
      <dgm:spPr/>
      <dgm:t>
        <a:bodyPr/>
        <a:lstStyle/>
        <a:p>
          <a:endParaRPr lang="en-US"/>
        </a:p>
      </dgm:t>
    </dgm:pt>
    <dgm:pt modelId="{A3EF05FC-8340-4D24-982D-1D964665992C}">
      <dgm:prSet phldrT="[Text]"/>
      <dgm:spPr/>
      <dgm:t>
        <a:bodyPr/>
        <a:lstStyle/>
        <a:p>
          <a:r>
            <a:rPr lang="en-US" dirty="0"/>
            <a:t>Store embeddings</a:t>
          </a:r>
        </a:p>
      </dgm:t>
    </dgm:pt>
    <dgm:pt modelId="{B1B103F4-FDE9-4664-90E4-F0D35826AF80}" type="parTrans" cxnId="{0E06A878-F987-4BDF-AD34-D248E6A11BDE}">
      <dgm:prSet/>
      <dgm:spPr/>
      <dgm:t>
        <a:bodyPr/>
        <a:lstStyle/>
        <a:p>
          <a:endParaRPr lang="en-US"/>
        </a:p>
      </dgm:t>
    </dgm:pt>
    <dgm:pt modelId="{E00FF57E-D7A7-4C41-A55E-C03798675A1D}" type="sibTrans" cxnId="{0E06A878-F987-4BDF-AD34-D248E6A11BDE}">
      <dgm:prSet/>
      <dgm:spPr/>
      <dgm:t>
        <a:bodyPr/>
        <a:lstStyle/>
        <a:p>
          <a:endParaRPr lang="en-US"/>
        </a:p>
      </dgm:t>
    </dgm:pt>
    <dgm:pt modelId="{C9637656-D2EE-4CEA-B149-22E9F0B7FEAD}" type="pres">
      <dgm:prSet presAssocID="{1FFEF342-6A1E-430E-A93D-A146F8C7B63F}" presName="Name0" presStyleCnt="0">
        <dgm:presLayoutVars>
          <dgm:dir/>
          <dgm:resizeHandles val="exact"/>
        </dgm:presLayoutVars>
      </dgm:prSet>
      <dgm:spPr/>
    </dgm:pt>
    <dgm:pt modelId="{F3A48370-269D-4D5F-9860-CB93EAEF2B97}" type="pres">
      <dgm:prSet presAssocID="{1FFEF342-6A1E-430E-A93D-A146F8C7B63F}" presName="arrow" presStyleLbl="bgShp" presStyleIdx="0" presStyleCnt="1"/>
      <dgm:spPr/>
    </dgm:pt>
    <dgm:pt modelId="{CCF25251-EB14-4AF8-BF07-B86F6ABBDBF1}" type="pres">
      <dgm:prSet presAssocID="{1FFEF342-6A1E-430E-A93D-A146F8C7B63F}" presName="points" presStyleCnt="0"/>
      <dgm:spPr/>
    </dgm:pt>
    <dgm:pt modelId="{7A34B583-3689-4CD5-8B53-2D379235A6D4}" type="pres">
      <dgm:prSet presAssocID="{3B3F9E0B-EE04-421B-BF49-C795E53822EF}" presName="compositeA" presStyleCnt="0"/>
      <dgm:spPr/>
    </dgm:pt>
    <dgm:pt modelId="{8BB31536-17A9-444B-BF49-7BFDA4C1885E}" type="pres">
      <dgm:prSet presAssocID="{3B3F9E0B-EE04-421B-BF49-C795E53822EF}" presName="textA" presStyleLbl="revTx" presStyleIdx="0" presStyleCnt="5">
        <dgm:presLayoutVars>
          <dgm:bulletEnabled val="1"/>
        </dgm:presLayoutVars>
      </dgm:prSet>
      <dgm:spPr/>
    </dgm:pt>
    <dgm:pt modelId="{C29B085E-F4D8-41A9-8486-803CFC239B85}" type="pres">
      <dgm:prSet presAssocID="{3B3F9E0B-EE04-421B-BF49-C795E53822EF}" presName="circleA" presStyleLbl="node1" presStyleIdx="0" presStyleCnt="5"/>
      <dgm:spPr/>
    </dgm:pt>
    <dgm:pt modelId="{21EA3B4F-C0A5-4405-9A80-A16385854DB9}" type="pres">
      <dgm:prSet presAssocID="{3B3F9E0B-EE04-421B-BF49-C795E53822EF}" presName="spaceA" presStyleCnt="0"/>
      <dgm:spPr/>
    </dgm:pt>
    <dgm:pt modelId="{C00750E3-18CA-4D89-80BF-FE097B06E325}" type="pres">
      <dgm:prSet presAssocID="{EBF4CDC1-9A64-4F30-90C4-181EF987F434}" presName="space" presStyleCnt="0"/>
      <dgm:spPr/>
    </dgm:pt>
    <dgm:pt modelId="{C438F432-326A-499F-94B5-C7454759C679}" type="pres">
      <dgm:prSet presAssocID="{2A659F5C-824D-4C81-B53D-6A1AAFC8D97D}" presName="compositeB" presStyleCnt="0"/>
      <dgm:spPr/>
    </dgm:pt>
    <dgm:pt modelId="{4F91992D-2A02-4195-90C2-099C46303C5D}" type="pres">
      <dgm:prSet presAssocID="{2A659F5C-824D-4C81-B53D-6A1AAFC8D97D}" presName="textB" presStyleLbl="revTx" presStyleIdx="1" presStyleCnt="5">
        <dgm:presLayoutVars>
          <dgm:bulletEnabled val="1"/>
        </dgm:presLayoutVars>
      </dgm:prSet>
      <dgm:spPr/>
    </dgm:pt>
    <dgm:pt modelId="{7E0EF8A6-36B2-4408-AAF0-0A50BA732389}" type="pres">
      <dgm:prSet presAssocID="{2A659F5C-824D-4C81-B53D-6A1AAFC8D97D}" presName="circleB" presStyleLbl="node1" presStyleIdx="1" presStyleCnt="5"/>
      <dgm:spPr/>
    </dgm:pt>
    <dgm:pt modelId="{BE4C6A97-E881-4E71-8052-CF442F646701}" type="pres">
      <dgm:prSet presAssocID="{2A659F5C-824D-4C81-B53D-6A1AAFC8D97D}" presName="spaceB" presStyleCnt="0"/>
      <dgm:spPr/>
    </dgm:pt>
    <dgm:pt modelId="{6AE7E420-38BF-4DF4-B6FC-0F88EF6D30F6}" type="pres">
      <dgm:prSet presAssocID="{26DD5885-B763-457A-B1EB-B3409AF98DAF}" presName="space" presStyleCnt="0"/>
      <dgm:spPr/>
    </dgm:pt>
    <dgm:pt modelId="{2C11EE7A-A435-4600-B854-9574754F75D7}" type="pres">
      <dgm:prSet presAssocID="{22236F3D-CCF8-4166-9029-C1326BF22C97}" presName="compositeA" presStyleCnt="0"/>
      <dgm:spPr/>
    </dgm:pt>
    <dgm:pt modelId="{32843B32-BF12-414C-9520-F88D7F143200}" type="pres">
      <dgm:prSet presAssocID="{22236F3D-CCF8-4166-9029-C1326BF22C97}" presName="textA" presStyleLbl="revTx" presStyleIdx="2" presStyleCnt="5">
        <dgm:presLayoutVars>
          <dgm:bulletEnabled val="1"/>
        </dgm:presLayoutVars>
      </dgm:prSet>
      <dgm:spPr/>
    </dgm:pt>
    <dgm:pt modelId="{7195A7AB-99D9-4C33-9270-9AE4997E3F74}" type="pres">
      <dgm:prSet presAssocID="{22236F3D-CCF8-4166-9029-C1326BF22C97}" presName="circleA" presStyleLbl="node1" presStyleIdx="2" presStyleCnt="5"/>
      <dgm:spPr/>
    </dgm:pt>
    <dgm:pt modelId="{8FD9205B-38E3-420E-AAD6-4A26BBBC15E6}" type="pres">
      <dgm:prSet presAssocID="{22236F3D-CCF8-4166-9029-C1326BF22C97}" presName="spaceA" presStyleCnt="0"/>
      <dgm:spPr/>
    </dgm:pt>
    <dgm:pt modelId="{D8128135-90AB-4FD5-8FC7-291A65ED26B6}" type="pres">
      <dgm:prSet presAssocID="{67660957-9A41-49C9-A826-1BB631152603}" presName="space" presStyleCnt="0"/>
      <dgm:spPr/>
    </dgm:pt>
    <dgm:pt modelId="{EDA7FDEB-6917-466A-95F2-917D24021FBA}" type="pres">
      <dgm:prSet presAssocID="{B580F649-1E58-4F07-90FB-9A2B20C67996}" presName="compositeB" presStyleCnt="0"/>
      <dgm:spPr/>
    </dgm:pt>
    <dgm:pt modelId="{5C3B1777-77CB-4F3E-852C-C9D7367F0889}" type="pres">
      <dgm:prSet presAssocID="{B580F649-1E58-4F07-90FB-9A2B20C67996}" presName="textB" presStyleLbl="revTx" presStyleIdx="3" presStyleCnt="5">
        <dgm:presLayoutVars>
          <dgm:bulletEnabled val="1"/>
        </dgm:presLayoutVars>
      </dgm:prSet>
      <dgm:spPr/>
    </dgm:pt>
    <dgm:pt modelId="{04241C8C-6D9D-412E-A54D-F666E3B3A2F4}" type="pres">
      <dgm:prSet presAssocID="{B580F649-1E58-4F07-90FB-9A2B20C67996}" presName="circleB" presStyleLbl="node1" presStyleIdx="3" presStyleCnt="5"/>
      <dgm:spPr/>
    </dgm:pt>
    <dgm:pt modelId="{7B58BC57-2C0A-49D6-8407-73F538BB8B76}" type="pres">
      <dgm:prSet presAssocID="{B580F649-1E58-4F07-90FB-9A2B20C67996}" presName="spaceB" presStyleCnt="0"/>
      <dgm:spPr/>
    </dgm:pt>
    <dgm:pt modelId="{A8EFB8BD-9FCC-425A-A306-18CE1710C7B1}" type="pres">
      <dgm:prSet presAssocID="{24D7FC82-826B-4E6E-821E-754DD768C52D}" presName="space" presStyleCnt="0"/>
      <dgm:spPr/>
    </dgm:pt>
    <dgm:pt modelId="{1D763C24-4DAF-416E-B5FF-2026786FCCB7}" type="pres">
      <dgm:prSet presAssocID="{A3EF05FC-8340-4D24-982D-1D964665992C}" presName="compositeA" presStyleCnt="0"/>
      <dgm:spPr/>
    </dgm:pt>
    <dgm:pt modelId="{C312DF5B-BCA3-4ACF-8D4C-5EA73654CE6A}" type="pres">
      <dgm:prSet presAssocID="{A3EF05FC-8340-4D24-982D-1D964665992C}" presName="textA" presStyleLbl="revTx" presStyleIdx="4" presStyleCnt="5">
        <dgm:presLayoutVars>
          <dgm:bulletEnabled val="1"/>
        </dgm:presLayoutVars>
      </dgm:prSet>
      <dgm:spPr/>
    </dgm:pt>
    <dgm:pt modelId="{3FD46261-F201-4B4E-96BD-E02741B64DA9}" type="pres">
      <dgm:prSet presAssocID="{A3EF05FC-8340-4D24-982D-1D964665992C}" presName="circleA" presStyleLbl="node1" presStyleIdx="4" presStyleCnt="5"/>
      <dgm:spPr/>
    </dgm:pt>
    <dgm:pt modelId="{A904C65E-B51B-4599-B88C-71162F6B7918}" type="pres">
      <dgm:prSet presAssocID="{A3EF05FC-8340-4D24-982D-1D964665992C}" presName="spaceA" presStyleCnt="0"/>
      <dgm:spPr/>
    </dgm:pt>
  </dgm:ptLst>
  <dgm:cxnLst>
    <dgm:cxn modelId="{2AAB5D15-5731-4A04-9E72-120D32782456}" type="presOf" srcId="{22236F3D-CCF8-4166-9029-C1326BF22C97}" destId="{32843B32-BF12-414C-9520-F88D7F143200}" srcOrd="0" destOrd="0" presId="urn:microsoft.com/office/officeart/2005/8/layout/hProcess11"/>
    <dgm:cxn modelId="{33C92B1F-A786-46E5-8DCE-7DE57836273C}" type="presOf" srcId="{A3EF05FC-8340-4D24-982D-1D964665992C}" destId="{C312DF5B-BCA3-4ACF-8D4C-5EA73654CE6A}" srcOrd="0" destOrd="0" presId="urn:microsoft.com/office/officeart/2005/8/layout/hProcess11"/>
    <dgm:cxn modelId="{E6D0F934-9C64-4022-A602-0992A0772C21}" type="presOf" srcId="{3B3F9E0B-EE04-421B-BF49-C795E53822EF}" destId="{8BB31536-17A9-444B-BF49-7BFDA4C1885E}" srcOrd="0" destOrd="0" presId="urn:microsoft.com/office/officeart/2005/8/layout/hProcess11"/>
    <dgm:cxn modelId="{B5E57662-FFEC-4FEA-8143-69A27D3CF42D}" srcId="{1FFEF342-6A1E-430E-A93D-A146F8C7B63F}" destId="{B580F649-1E58-4F07-90FB-9A2B20C67996}" srcOrd="3" destOrd="0" parTransId="{E4E1188D-AF58-47BD-99F5-E20F43D18F43}" sibTransId="{24D7FC82-826B-4E6E-821E-754DD768C52D}"/>
    <dgm:cxn modelId="{0CE1D465-ED0A-49EC-8AD4-ADBAC21EBAE0}" type="presOf" srcId="{1FFEF342-6A1E-430E-A93D-A146F8C7B63F}" destId="{C9637656-D2EE-4CEA-B149-22E9F0B7FEAD}" srcOrd="0" destOrd="0" presId="urn:microsoft.com/office/officeart/2005/8/layout/hProcess11"/>
    <dgm:cxn modelId="{0E06A878-F987-4BDF-AD34-D248E6A11BDE}" srcId="{1FFEF342-6A1E-430E-A93D-A146F8C7B63F}" destId="{A3EF05FC-8340-4D24-982D-1D964665992C}" srcOrd="4" destOrd="0" parTransId="{B1B103F4-FDE9-4664-90E4-F0D35826AF80}" sibTransId="{E00FF57E-D7A7-4C41-A55E-C03798675A1D}"/>
    <dgm:cxn modelId="{926B777C-1FEA-4562-8B40-47C6FD1A2D4E}" srcId="{1FFEF342-6A1E-430E-A93D-A146F8C7B63F}" destId="{22236F3D-CCF8-4166-9029-C1326BF22C97}" srcOrd="2" destOrd="0" parTransId="{443F808A-FFF7-4BB0-88C0-2B52F513E605}" sibTransId="{67660957-9A41-49C9-A826-1BB631152603}"/>
    <dgm:cxn modelId="{FAA783C6-4701-4B08-8F5A-175CFAF0712E}" srcId="{1FFEF342-6A1E-430E-A93D-A146F8C7B63F}" destId="{3B3F9E0B-EE04-421B-BF49-C795E53822EF}" srcOrd="0" destOrd="0" parTransId="{BAB76988-F9CA-4D5C-9F82-1A5586758F54}" sibTransId="{EBF4CDC1-9A64-4F30-90C4-181EF987F434}"/>
    <dgm:cxn modelId="{3C1549C9-B72A-4545-8DF0-0609A152090C}" type="presOf" srcId="{B580F649-1E58-4F07-90FB-9A2B20C67996}" destId="{5C3B1777-77CB-4F3E-852C-C9D7367F0889}" srcOrd="0" destOrd="0" presId="urn:microsoft.com/office/officeart/2005/8/layout/hProcess11"/>
    <dgm:cxn modelId="{D73D7CD3-72A4-4577-A877-1900C86309FC}" type="presOf" srcId="{2A659F5C-824D-4C81-B53D-6A1AAFC8D97D}" destId="{4F91992D-2A02-4195-90C2-099C46303C5D}" srcOrd="0" destOrd="0" presId="urn:microsoft.com/office/officeart/2005/8/layout/hProcess11"/>
    <dgm:cxn modelId="{269EF3FD-5336-4FAC-9824-9FAA61B13ECC}" srcId="{1FFEF342-6A1E-430E-A93D-A146F8C7B63F}" destId="{2A659F5C-824D-4C81-B53D-6A1AAFC8D97D}" srcOrd="1" destOrd="0" parTransId="{7D6CFD6F-8837-45C8-8A24-71E8B6B215BE}" sibTransId="{26DD5885-B763-457A-B1EB-B3409AF98DAF}"/>
    <dgm:cxn modelId="{BB42B7AB-086A-4CFF-BCF5-7A39ED356886}" type="presParOf" srcId="{C9637656-D2EE-4CEA-B149-22E9F0B7FEAD}" destId="{F3A48370-269D-4D5F-9860-CB93EAEF2B97}" srcOrd="0" destOrd="0" presId="urn:microsoft.com/office/officeart/2005/8/layout/hProcess11"/>
    <dgm:cxn modelId="{72471118-3A4F-4813-AEDB-EC026811F795}" type="presParOf" srcId="{C9637656-D2EE-4CEA-B149-22E9F0B7FEAD}" destId="{CCF25251-EB14-4AF8-BF07-B86F6ABBDBF1}" srcOrd="1" destOrd="0" presId="urn:microsoft.com/office/officeart/2005/8/layout/hProcess11"/>
    <dgm:cxn modelId="{10ADF1D8-F267-4331-9A2A-3FF1CD49BCD6}" type="presParOf" srcId="{CCF25251-EB14-4AF8-BF07-B86F6ABBDBF1}" destId="{7A34B583-3689-4CD5-8B53-2D379235A6D4}" srcOrd="0" destOrd="0" presId="urn:microsoft.com/office/officeart/2005/8/layout/hProcess11"/>
    <dgm:cxn modelId="{8A2700A8-F980-4DD7-B72D-221E4FCF4F19}" type="presParOf" srcId="{7A34B583-3689-4CD5-8B53-2D379235A6D4}" destId="{8BB31536-17A9-444B-BF49-7BFDA4C1885E}" srcOrd="0" destOrd="0" presId="urn:microsoft.com/office/officeart/2005/8/layout/hProcess11"/>
    <dgm:cxn modelId="{F3494A6E-88B5-48C2-B11D-E153F528E460}" type="presParOf" srcId="{7A34B583-3689-4CD5-8B53-2D379235A6D4}" destId="{C29B085E-F4D8-41A9-8486-803CFC239B85}" srcOrd="1" destOrd="0" presId="urn:microsoft.com/office/officeart/2005/8/layout/hProcess11"/>
    <dgm:cxn modelId="{B7FAF442-91B2-4299-9092-BCBD2E267DB7}" type="presParOf" srcId="{7A34B583-3689-4CD5-8B53-2D379235A6D4}" destId="{21EA3B4F-C0A5-4405-9A80-A16385854DB9}" srcOrd="2" destOrd="0" presId="urn:microsoft.com/office/officeart/2005/8/layout/hProcess11"/>
    <dgm:cxn modelId="{47928A25-85A9-4E0D-8C39-D59FCF963EAB}" type="presParOf" srcId="{CCF25251-EB14-4AF8-BF07-B86F6ABBDBF1}" destId="{C00750E3-18CA-4D89-80BF-FE097B06E325}" srcOrd="1" destOrd="0" presId="urn:microsoft.com/office/officeart/2005/8/layout/hProcess11"/>
    <dgm:cxn modelId="{79F612E8-6DC6-4ADD-97CA-588CF3C97D3A}" type="presParOf" srcId="{CCF25251-EB14-4AF8-BF07-B86F6ABBDBF1}" destId="{C438F432-326A-499F-94B5-C7454759C679}" srcOrd="2" destOrd="0" presId="urn:microsoft.com/office/officeart/2005/8/layout/hProcess11"/>
    <dgm:cxn modelId="{F685FA03-6CC8-475B-9754-41134E4309C3}" type="presParOf" srcId="{C438F432-326A-499F-94B5-C7454759C679}" destId="{4F91992D-2A02-4195-90C2-099C46303C5D}" srcOrd="0" destOrd="0" presId="urn:microsoft.com/office/officeart/2005/8/layout/hProcess11"/>
    <dgm:cxn modelId="{02E0936A-D651-4AD1-B688-9E6018434DB7}" type="presParOf" srcId="{C438F432-326A-499F-94B5-C7454759C679}" destId="{7E0EF8A6-36B2-4408-AAF0-0A50BA732389}" srcOrd="1" destOrd="0" presId="urn:microsoft.com/office/officeart/2005/8/layout/hProcess11"/>
    <dgm:cxn modelId="{416EF2C4-39FF-472A-B1B3-859E6CA9F62A}" type="presParOf" srcId="{C438F432-326A-499F-94B5-C7454759C679}" destId="{BE4C6A97-E881-4E71-8052-CF442F646701}" srcOrd="2" destOrd="0" presId="urn:microsoft.com/office/officeart/2005/8/layout/hProcess11"/>
    <dgm:cxn modelId="{42DD6D88-C570-4560-82B1-8112863DAE19}" type="presParOf" srcId="{CCF25251-EB14-4AF8-BF07-B86F6ABBDBF1}" destId="{6AE7E420-38BF-4DF4-B6FC-0F88EF6D30F6}" srcOrd="3" destOrd="0" presId="urn:microsoft.com/office/officeart/2005/8/layout/hProcess11"/>
    <dgm:cxn modelId="{795FA7C1-803B-4B50-9475-8834031D6D66}" type="presParOf" srcId="{CCF25251-EB14-4AF8-BF07-B86F6ABBDBF1}" destId="{2C11EE7A-A435-4600-B854-9574754F75D7}" srcOrd="4" destOrd="0" presId="urn:microsoft.com/office/officeart/2005/8/layout/hProcess11"/>
    <dgm:cxn modelId="{3DFB0C81-3355-48DD-B01B-61981D5C14F7}" type="presParOf" srcId="{2C11EE7A-A435-4600-B854-9574754F75D7}" destId="{32843B32-BF12-414C-9520-F88D7F143200}" srcOrd="0" destOrd="0" presId="urn:microsoft.com/office/officeart/2005/8/layout/hProcess11"/>
    <dgm:cxn modelId="{3A1A7A02-C5CB-473C-A64F-E006ECB0B3BC}" type="presParOf" srcId="{2C11EE7A-A435-4600-B854-9574754F75D7}" destId="{7195A7AB-99D9-4C33-9270-9AE4997E3F74}" srcOrd="1" destOrd="0" presId="urn:microsoft.com/office/officeart/2005/8/layout/hProcess11"/>
    <dgm:cxn modelId="{CA4F36F1-5A20-4AC7-A91F-D931810169CD}" type="presParOf" srcId="{2C11EE7A-A435-4600-B854-9574754F75D7}" destId="{8FD9205B-38E3-420E-AAD6-4A26BBBC15E6}" srcOrd="2" destOrd="0" presId="urn:microsoft.com/office/officeart/2005/8/layout/hProcess11"/>
    <dgm:cxn modelId="{BC25E0A3-A0D9-42A7-A306-ABBF0F193591}" type="presParOf" srcId="{CCF25251-EB14-4AF8-BF07-B86F6ABBDBF1}" destId="{D8128135-90AB-4FD5-8FC7-291A65ED26B6}" srcOrd="5" destOrd="0" presId="urn:microsoft.com/office/officeart/2005/8/layout/hProcess11"/>
    <dgm:cxn modelId="{0A94BC03-3714-4655-9FE8-335928F5C92B}" type="presParOf" srcId="{CCF25251-EB14-4AF8-BF07-B86F6ABBDBF1}" destId="{EDA7FDEB-6917-466A-95F2-917D24021FBA}" srcOrd="6" destOrd="0" presId="urn:microsoft.com/office/officeart/2005/8/layout/hProcess11"/>
    <dgm:cxn modelId="{B30EF3C3-3669-43D3-ACCB-8FE66C7EB9B1}" type="presParOf" srcId="{EDA7FDEB-6917-466A-95F2-917D24021FBA}" destId="{5C3B1777-77CB-4F3E-852C-C9D7367F0889}" srcOrd="0" destOrd="0" presId="urn:microsoft.com/office/officeart/2005/8/layout/hProcess11"/>
    <dgm:cxn modelId="{6B2C74DD-8B31-4E0C-980D-17CD0D1543C7}" type="presParOf" srcId="{EDA7FDEB-6917-466A-95F2-917D24021FBA}" destId="{04241C8C-6D9D-412E-A54D-F666E3B3A2F4}" srcOrd="1" destOrd="0" presId="urn:microsoft.com/office/officeart/2005/8/layout/hProcess11"/>
    <dgm:cxn modelId="{37BB6EF0-D915-45BA-B360-976BE32530D5}" type="presParOf" srcId="{EDA7FDEB-6917-466A-95F2-917D24021FBA}" destId="{7B58BC57-2C0A-49D6-8407-73F538BB8B76}" srcOrd="2" destOrd="0" presId="urn:microsoft.com/office/officeart/2005/8/layout/hProcess11"/>
    <dgm:cxn modelId="{3F79B860-19BD-48FD-AF4E-4A6BE188249C}" type="presParOf" srcId="{CCF25251-EB14-4AF8-BF07-B86F6ABBDBF1}" destId="{A8EFB8BD-9FCC-425A-A306-18CE1710C7B1}" srcOrd="7" destOrd="0" presId="urn:microsoft.com/office/officeart/2005/8/layout/hProcess11"/>
    <dgm:cxn modelId="{5FB73DCD-4A7C-4715-9B26-B55D5A4EB3B9}" type="presParOf" srcId="{CCF25251-EB14-4AF8-BF07-B86F6ABBDBF1}" destId="{1D763C24-4DAF-416E-B5FF-2026786FCCB7}" srcOrd="8" destOrd="0" presId="urn:microsoft.com/office/officeart/2005/8/layout/hProcess11"/>
    <dgm:cxn modelId="{E5C8073B-8589-47B6-A424-11A311F28665}" type="presParOf" srcId="{1D763C24-4DAF-416E-B5FF-2026786FCCB7}" destId="{C312DF5B-BCA3-4ACF-8D4C-5EA73654CE6A}" srcOrd="0" destOrd="0" presId="urn:microsoft.com/office/officeart/2005/8/layout/hProcess11"/>
    <dgm:cxn modelId="{7B1E1E46-D7D6-4DFE-812C-F472C38B22F2}" type="presParOf" srcId="{1D763C24-4DAF-416E-B5FF-2026786FCCB7}" destId="{3FD46261-F201-4B4E-96BD-E02741B64DA9}" srcOrd="1" destOrd="0" presId="urn:microsoft.com/office/officeart/2005/8/layout/hProcess11"/>
    <dgm:cxn modelId="{60390262-8E43-406F-9D50-855E33E6E045}" type="presParOf" srcId="{1D763C24-4DAF-416E-B5FF-2026786FCCB7}" destId="{A904C65E-B51B-4599-B88C-71162F6B7918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FFEF342-6A1E-430E-A93D-A146F8C7B63F}" type="doc">
      <dgm:prSet loTypeId="urn:microsoft.com/office/officeart/2005/8/layout/hProcess11" loCatId="process" qsTypeId="urn:microsoft.com/office/officeart/2005/8/quickstyle/simple1" qsCatId="simple" csTypeId="urn:microsoft.com/office/officeart/2005/8/colors/colorful1" csCatId="colorful" phldr="1"/>
      <dgm:spPr/>
    </dgm:pt>
    <dgm:pt modelId="{3B3F9E0B-EE04-421B-BF49-C795E53822EF}">
      <dgm:prSet phldrT="[Text]"/>
      <dgm:spPr/>
      <dgm:t>
        <a:bodyPr/>
        <a:lstStyle/>
        <a:p>
          <a:r>
            <a:rPr lang="en-US" dirty="0"/>
            <a:t>Load FAISS</a:t>
          </a:r>
        </a:p>
      </dgm:t>
    </dgm:pt>
    <dgm:pt modelId="{BAB76988-F9CA-4D5C-9F82-1A5586758F54}" type="parTrans" cxnId="{FAA783C6-4701-4B08-8F5A-175CFAF0712E}">
      <dgm:prSet/>
      <dgm:spPr/>
      <dgm:t>
        <a:bodyPr/>
        <a:lstStyle/>
        <a:p>
          <a:endParaRPr lang="en-US"/>
        </a:p>
      </dgm:t>
    </dgm:pt>
    <dgm:pt modelId="{EBF4CDC1-9A64-4F30-90C4-181EF987F434}" type="sibTrans" cxnId="{FAA783C6-4701-4B08-8F5A-175CFAF0712E}">
      <dgm:prSet/>
      <dgm:spPr/>
      <dgm:t>
        <a:bodyPr/>
        <a:lstStyle/>
        <a:p>
          <a:endParaRPr lang="en-US"/>
        </a:p>
      </dgm:t>
    </dgm:pt>
    <dgm:pt modelId="{A7523F32-AC8B-4965-9A9E-31305328F49D}">
      <dgm:prSet phldrT="[Text]"/>
      <dgm:spPr/>
      <dgm:t>
        <a:bodyPr/>
        <a:lstStyle/>
        <a:p>
          <a:r>
            <a:rPr lang="en-US" dirty="0"/>
            <a:t>Similarity Search</a:t>
          </a:r>
        </a:p>
      </dgm:t>
    </dgm:pt>
    <dgm:pt modelId="{A9A2F5D1-A406-4A54-A3B7-904CFF02CA3A}" type="parTrans" cxnId="{F63D2F91-4307-4358-8367-C1C6B922A585}">
      <dgm:prSet/>
      <dgm:spPr/>
      <dgm:t>
        <a:bodyPr/>
        <a:lstStyle/>
        <a:p>
          <a:endParaRPr lang="en-US"/>
        </a:p>
      </dgm:t>
    </dgm:pt>
    <dgm:pt modelId="{ADE172DE-89A9-4F58-82B1-D0379A7D5FCB}" type="sibTrans" cxnId="{F63D2F91-4307-4358-8367-C1C6B922A585}">
      <dgm:prSet/>
      <dgm:spPr/>
      <dgm:t>
        <a:bodyPr/>
        <a:lstStyle/>
        <a:p>
          <a:endParaRPr lang="en-US"/>
        </a:p>
      </dgm:t>
    </dgm:pt>
    <dgm:pt modelId="{5EFCB232-41E0-4769-95B5-67358DCC3359}">
      <dgm:prSet phldrT="[Text]"/>
      <dgm:spPr/>
      <dgm:t>
        <a:bodyPr/>
        <a:lstStyle/>
        <a:p>
          <a:r>
            <a:rPr lang="en-US" dirty="0"/>
            <a:t>Retrieve Metadata</a:t>
          </a:r>
        </a:p>
      </dgm:t>
    </dgm:pt>
    <dgm:pt modelId="{02D34D89-321D-47B8-8E9D-82D14A213C45}" type="parTrans" cxnId="{71F46A01-09F9-4CAD-8435-ADCCB744ADF5}">
      <dgm:prSet/>
      <dgm:spPr/>
      <dgm:t>
        <a:bodyPr/>
        <a:lstStyle/>
        <a:p>
          <a:endParaRPr lang="en-US"/>
        </a:p>
      </dgm:t>
    </dgm:pt>
    <dgm:pt modelId="{CBC94A57-E484-4400-AC9D-C563BE9DBF03}" type="sibTrans" cxnId="{71F46A01-09F9-4CAD-8435-ADCCB744ADF5}">
      <dgm:prSet/>
      <dgm:spPr/>
      <dgm:t>
        <a:bodyPr/>
        <a:lstStyle/>
        <a:p>
          <a:endParaRPr lang="en-US"/>
        </a:p>
      </dgm:t>
    </dgm:pt>
    <dgm:pt modelId="{01CB50A4-DBA9-4B20-9331-C6BDD7A56FF0}">
      <dgm:prSet phldrT="[Text]"/>
      <dgm:spPr/>
      <dgm:t>
        <a:bodyPr/>
        <a:lstStyle/>
        <a:p>
          <a:r>
            <a:rPr lang="en-US" dirty="0"/>
            <a:t>Pass info to LLM</a:t>
          </a:r>
        </a:p>
      </dgm:t>
    </dgm:pt>
    <dgm:pt modelId="{4B62B382-9D25-4005-927D-D461A6BB450E}" type="parTrans" cxnId="{EF3FE88C-FEE9-4FBA-82F3-6AE6EF671CE7}">
      <dgm:prSet/>
      <dgm:spPr/>
      <dgm:t>
        <a:bodyPr/>
        <a:lstStyle/>
        <a:p>
          <a:endParaRPr lang="en-US"/>
        </a:p>
      </dgm:t>
    </dgm:pt>
    <dgm:pt modelId="{80A461E1-08E1-4085-B7C5-288AC555E67F}" type="sibTrans" cxnId="{EF3FE88C-FEE9-4FBA-82F3-6AE6EF671CE7}">
      <dgm:prSet/>
      <dgm:spPr/>
      <dgm:t>
        <a:bodyPr/>
        <a:lstStyle/>
        <a:p>
          <a:endParaRPr lang="en-US"/>
        </a:p>
      </dgm:t>
    </dgm:pt>
    <dgm:pt modelId="{257A95FF-9685-4849-8EF2-7B809164C756}">
      <dgm:prSet phldrT="[Text]"/>
      <dgm:spPr/>
      <dgm:t>
        <a:bodyPr/>
        <a:lstStyle/>
        <a:p>
          <a:r>
            <a:rPr lang="en-US" dirty="0"/>
            <a:t>Top 4 Documents</a:t>
          </a:r>
        </a:p>
      </dgm:t>
    </dgm:pt>
    <dgm:pt modelId="{FA467A83-9327-447C-A643-07A36A2420F1}" type="parTrans" cxnId="{F8E788B1-40F8-447B-A7FA-D65ED5A3C9B1}">
      <dgm:prSet/>
      <dgm:spPr/>
      <dgm:t>
        <a:bodyPr/>
        <a:lstStyle/>
        <a:p>
          <a:endParaRPr lang="en-US"/>
        </a:p>
      </dgm:t>
    </dgm:pt>
    <dgm:pt modelId="{63F7CBB4-6222-47C5-8E52-9853B0B78A40}" type="sibTrans" cxnId="{F8E788B1-40F8-447B-A7FA-D65ED5A3C9B1}">
      <dgm:prSet/>
      <dgm:spPr/>
      <dgm:t>
        <a:bodyPr/>
        <a:lstStyle/>
        <a:p>
          <a:endParaRPr lang="en-US"/>
        </a:p>
      </dgm:t>
    </dgm:pt>
    <dgm:pt modelId="{C9637656-D2EE-4CEA-B149-22E9F0B7FEAD}" type="pres">
      <dgm:prSet presAssocID="{1FFEF342-6A1E-430E-A93D-A146F8C7B63F}" presName="Name0" presStyleCnt="0">
        <dgm:presLayoutVars>
          <dgm:dir/>
          <dgm:resizeHandles val="exact"/>
        </dgm:presLayoutVars>
      </dgm:prSet>
      <dgm:spPr/>
    </dgm:pt>
    <dgm:pt modelId="{F3A48370-269D-4D5F-9860-CB93EAEF2B97}" type="pres">
      <dgm:prSet presAssocID="{1FFEF342-6A1E-430E-A93D-A146F8C7B63F}" presName="arrow" presStyleLbl="bgShp" presStyleIdx="0" presStyleCnt="1"/>
      <dgm:spPr/>
    </dgm:pt>
    <dgm:pt modelId="{CCF25251-EB14-4AF8-BF07-B86F6ABBDBF1}" type="pres">
      <dgm:prSet presAssocID="{1FFEF342-6A1E-430E-A93D-A146F8C7B63F}" presName="points" presStyleCnt="0"/>
      <dgm:spPr/>
    </dgm:pt>
    <dgm:pt modelId="{7A34B583-3689-4CD5-8B53-2D379235A6D4}" type="pres">
      <dgm:prSet presAssocID="{3B3F9E0B-EE04-421B-BF49-C795E53822EF}" presName="compositeA" presStyleCnt="0"/>
      <dgm:spPr/>
    </dgm:pt>
    <dgm:pt modelId="{8BB31536-17A9-444B-BF49-7BFDA4C1885E}" type="pres">
      <dgm:prSet presAssocID="{3B3F9E0B-EE04-421B-BF49-C795E53822EF}" presName="textA" presStyleLbl="revTx" presStyleIdx="0" presStyleCnt="5">
        <dgm:presLayoutVars>
          <dgm:bulletEnabled val="1"/>
        </dgm:presLayoutVars>
      </dgm:prSet>
      <dgm:spPr/>
    </dgm:pt>
    <dgm:pt modelId="{C29B085E-F4D8-41A9-8486-803CFC239B85}" type="pres">
      <dgm:prSet presAssocID="{3B3F9E0B-EE04-421B-BF49-C795E53822EF}" presName="circleA" presStyleLbl="node1" presStyleIdx="0" presStyleCnt="5"/>
      <dgm:spPr/>
    </dgm:pt>
    <dgm:pt modelId="{21EA3B4F-C0A5-4405-9A80-A16385854DB9}" type="pres">
      <dgm:prSet presAssocID="{3B3F9E0B-EE04-421B-BF49-C795E53822EF}" presName="spaceA" presStyleCnt="0"/>
      <dgm:spPr/>
    </dgm:pt>
    <dgm:pt modelId="{FC26A2C3-B369-4D55-976C-FAE2680F4AEF}" type="pres">
      <dgm:prSet presAssocID="{EBF4CDC1-9A64-4F30-90C4-181EF987F434}" presName="space" presStyleCnt="0"/>
      <dgm:spPr/>
    </dgm:pt>
    <dgm:pt modelId="{1766BCD5-C177-491C-9EF2-AD15E6535868}" type="pres">
      <dgm:prSet presAssocID="{A7523F32-AC8B-4965-9A9E-31305328F49D}" presName="compositeB" presStyleCnt="0"/>
      <dgm:spPr/>
    </dgm:pt>
    <dgm:pt modelId="{F90C75F7-F303-43D1-9563-389CCAEC5E7D}" type="pres">
      <dgm:prSet presAssocID="{A7523F32-AC8B-4965-9A9E-31305328F49D}" presName="textB" presStyleLbl="revTx" presStyleIdx="1" presStyleCnt="5">
        <dgm:presLayoutVars>
          <dgm:bulletEnabled val="1"/>
        </dgm:presLayoutVars>
      </dgm:prSet>
      <dgm:spPr/>
    </dgm:pt>
    <dgm:pt modelId="{2FAE855A-F26F-40D9-8B29-1CE76200923E}" type="pres">
      <dgm:prSet presAssocID="{A7523F32-AC8B-4965-9A9E-31305328F49D}" presName="circleB" presStyleLbl="node1" presStyleIdx="1" presStyleCnt="5"/>
      <dgm:spPr/>
    </dgm:pt>
    <dgm:pt modelId="{C53B37C5-7D60-48C4-912D-AD19BD2CEEF3}" type="pres">
      <dgm:prSet presAssocID="{A7523F32-AC8B-4965-9A9E-31305328F49D}" presName="spaceB" presStyleCnt="0"/>
      <dgm:spPr/>
    </dgm:pt>
    <dgm:pt modelId="{F60FC3B1-E76B-4E77-9499-2B779C709FB9}" type="pres">
      <dgm:prSet presAssocID="{ADE172DE-89A9-4F58-82B1-D0379A7D5FCB}" presName="space" presStyleCnt="0"/>
      <dgm:spPr/>
    </dgm:pt>
    <dgm:pt modelId="{25AC22A3-8256-4F30-9B9B-9D4CCE2E8F4E}" type="pres">
      <dgm:prSet presAssocID="{257A95FF-9685-4849-8EF2-7B809164C756}" presName="compositeA" presStyleCnt="0"/>
      <dgm:spPr/>
    </dgm:pt>
    <dgm:pt modelId="{CE49081E-5199-4991-9CD3-D5AD36C73E6B}" type="pres">
      <dgm:prSet presAssocID="{257A95FF-9685-4849-8EF2-7B809164C756}" presName="textA" presStyleLbl="revTx" presStyleIdx="2" presStyleCnt="5">
        <dgm:presLayoutVars>
          <dgm:bulletEnabled val="1"/>
        </dgm:presLayoutVars>
      </dgm:prSet>
      <dgm:spPr/>
    </dgm:pt>
    <dgm:pt modelId="{AF9BC1FA-9726-4679-A803-EE1275FA84B3}" type="pres">
      <dgm:prSet presAssocID="{257A95FF-9685-4849-8EF2-7B809164C756}" presName="circleA" presStyleLbl="node1" presStyleIdx="2" presStyleCnt="5"/>
      <dgm:spPr/>
    </dgm:pt>
    <dgm:pt modelId="{2A961261-B159-41F4-A4AD-1D8732B57DEA}" type="pres">
      <dgm:prSet presAssocID="{257A95FF-9685-4849-8EF2-7B809164C756}" presName="spaceA" presStyleCnt="0"/>
      <dgm:spPr/>
    </dgm:pt>
    <dgm:pt modelId="{B9D66842-C55C-41B0-B1C7-988EF3B0FD1D}" type="pres">
      <dgm:prSet presAssocID="{63F7CBB4-6222-47C5-8E52-9853B0B78A40}" presName="space" presStyleCnt="0"/>
      <dgm:spPr/>
    </dgm:pt>
    <dgm:pt modelId="{937B5526-D73B-4BAC-8618-8FBC5219BA5C}" type="pres">
      <dgm:prSet presAssocID="{5EFCB232-41E0-4769-95B5-67358DCC3359}" presName="compositeB" presStyleCnt="0"/>
      <dgm:spPr/>
    </dgm:pt>
    <dgm:pt modelId="{53D9C754-8153-4FCF-A436-C96EDD54A97A}" type="pres">
      <dgm:prSet presAssocID="{5EFCB232-41E0-4769-95B5-67358DCC3359}" presName="textB" presStyleLbl="revTx" presStyleIdx="3" presStyleCnt="5">
        <dgm:presLayoutVars>
          <dgm:bulletEnabled val="1"/>
        </dgm:presLayoutVars>
      </dgm:prSet>
      <dgm:spPr/>
    </dgm:pt>
    <dgm:pt modelId="{46010FCE-E7A8-4520-8EE9-ADED92F4467D}" type="pres">
      <dgm:prSet presAssocID="{5EFCB232-41E0-4769-95B5-67358DCC3359}" presName="circleB" presStyleLbl="node1" presStyleIdx="3" presStyleCnt="5"/>
      <dgm:spPr/>
    </dgm:pt>
    <dgm:pt modelId="{BADAFE6E-6CEB-45E1-B60C-701D6847869E}" type="pres">
      <dgm:prSet presAssocID="{5EFCB232-41E0-4769-95B5-67358DCC3359}" presName="spaceB" presStyleCnt="0"/>
      <dgm:spPr/>
    </dgm:pt>
    <dgm:pt modelId="{8A62984A-42DA-427C-8E9B-EDBDF1A420B1}" type="pres">
      <dgm:prSet presAssocID="{CBC94A57-E484-4400-AC9D-C563BE9DBF03}" presName="space" presStyleCnt="0"/>
      <dgm:spPr/>
    </dgm:pt>
    <dgm:pt modelId="{8C91109E-BE07-45D5-B7FC-8B83D7CE9D02}" type="pres">
      <dgm:prSet presAssocID="{01CB50A4-DBA9-4B20-9331-C6BDD7A56FF0}" presName="compositeA" presStyleCnt="0"/>
      <dgm:spPr/>
    </dgm:pt>
    <dgm:pt modelId="{D9A9F41F-4FD7-41A4-BC55-102538C31FED}" type="pres">
      <dgm:prSet presAssocID="{01CB50A4-DBA9-4B20-9331-C6BDD7A56FF0}" presName="textA" presStyleLbl="revTx" presStyleIdx="4" presStyleCnt="5">
        <dgm:presLayoutVars>
          <dgm:bulletEnabled val="1"/>
        </dgm:presLayoutVars>
      </dgm:prSet>
      <dgm:spPr/>
    </dgm:pt>
    <dgm:pt modelId="{F2059671-E350-41D5-A13D-6101138B3C5C}" type="pres">
      <dgm:prSet presAssocID="{01CB50A4-DBA9-4B20-9331-C6BDD7A56FF0}" presName="circleA" presStyleLbl="node1" presStyleIdx="4" presStyleCnt="5"/>
      <dgm:spPr/>
    </dgm:pt>
    <dgm:pt modelId="{119ED5F5-9810-4B26-9019-4F6BC2596587}" type="pres">
      <dgm:prSet presAssocID="{01CB50A4-DBA9-4B20-9331-C6BDD7A56FF0}" presName="spaceA" presStyleCnt="0"/>
      <dgm:spPr/>
    </dgm:pt>
  </dgm:ptLst>
  <dgm:cxnLst>
    <dgm:cxn modelId="{71F46A01-09F9-4CAD-8435-ADCCB744ADF5}" srcId="{1FFEF342-6A1E-430E-A93D-A146F8C7B63F}" destId="{5EFCB232-41E0-4769-95B5-67358DCC3359}" srcOrd="3" destOrd="0" parTransId="{02D34D89-321D-47B8-8E9D-82D14A213C45}" sibTransId="{CBC94A57-E484-4400-AC9D-C563BE9DBF03}"/>
    <dgm:cxn modelId="{E6D0F934-9C64-4022-A602-0992A0772C21}" type="presOf" srcId="{3B3F9E0B-EE04-421B-BF49-C795E53822EF}" destId="{8BB31536-17A9-444B-BF49-7BFDA4C1885E}" srcOrd="0" destOrd="0" presId="urn:microsoft.com/office/officeart/2005/8/layout/hProcess11"/>
    <dgm:cxn modelId="{B2F12C62-252C-4967-94E0-F0AE322D8C26}" type="presOf" srcId="{A7523F32-AC8B-4965-9A9E-31305328F49D}" destId="{F90C75F7-F303-43D1-9563-389CCAEC5E7D}" srcOrd="0" destOrd="0" presId="urn:microsoft.com/office/officeart/2005/8/layout/hProcess11"/>
    <dgm:cxn modelId="{0CE1D465-ED0A-49EC-8AD4-ADBAC21EBAE0}" type="presOf" srcId="{1FFEF342-6A1E-430E-A93D-A146F8C7B63F}" destId="{C9637656-D2EE-4CEA-B149-22E9F0B7FEAD}" srcOrd="0" destOrd="0" presId="urn:microsoft.com/office/officeart/2005/8/layout/hProcess11"/>
    <dgm:cxn modelId="{EF3FE88C-FEE9-4FBA-82F3-6AE6EF671CE7}" srcId="{1FFEF342-6A1E-430E-A93D-A146F8C7B63F}" destId="{01CB50A4-DBA9-4B20-9331-C6BDD7A56FF0}" srcOrd="4" destOrd="0" parTransId="{4B62B382-9D25-4005-927D-D461A6BB450E}" sibTransId="{80A461E1-08E1-4085-B7C5-288AC555E67F}"/>
    <dgm:cxn modelId="{82DF2F8E-41EA-415D-97C1-1C03E291E14D}" type="presOf" srcId="{257A95FF-9685-4849-8EF2-7B809164C756}" destId="{CE49081E-5199-4991-9CD3-D5AD36C73E6B}" srcOrd="0" destOrd="0" presId="urn:microsoft.com/office/officeart/2005/8/layout/hProcess11"/>
    <dgm:cxn modelId="{F63D2F91-4307-4358-8367-C1C6B922A585}" srcId="{1FFEF342-6A1E-430E-A93D-A146F8C7B63F}" destId="{A7523F32-AC8B-4965-9A9E-31305328F49D}" srcOrd="1" destOrd="0" parTransId="{A9A2F5D1-A406-4A54-A3B7-904CFF02CA3A}" sibTransId="{ADE172DE-89A9-4F58-82B1-D0379A7D5FCB}"/>
    <dgm:cxn modelId="{F8E788B1-40F8-447B-A7FA-D65ED5A3C9B1}" srcId="{1FFEF342-6A1E-430E-A93D-A146F8C7B63F}" destId="{257A95FF-9685-4849-8EF2-7B809164C756}" srcOrd="2" destOrd="0" parTransId="{FA467A83-9327-447C-A643-07A36A2420F1}" sibTransId="{63F7CBB4-6222-47C5-8E52-9853B0B78A40}"/>
    <dgm:cxn modelId="{FAA783C6-4701-4B08-8F5A-175CFAF0712E}" srcId="{1FFEF342-6A1E-430E-A93D-A146F8C7B63F}" destId="{3B3F9E0B-EE04-421B-BF49-C795E53822EF}" srcOrd="0" destOrd="0" parTransId="{BAB76988-F9CA-4D5C-9F82-1A5586758F54}" sibTransId="{EBF4CDC1-9A64-4F30-90C4-181EF987F434}"/>
    <dgm:cxn modelId="{1F4DF8C6-4B36-4DE5-81D7-939CAA6B598F}" type="presOf" srcId="{01CB50A4-DBA9-4B20-9331-C6BDD7A56FF0}" destId="{D9A9F41F-4FD7-41A4-BC55-102538C31FED}" srcOrd="0" destOrd="0" presId="urn:microsoft.com/office/officeart/2005/8/layout/hProcess11"/>
    <dgm:cxn modelId="{D695BBD0-FC77-49E5-A631-47A976916CED}" type="presOf" srcId="{5EFCB232-41E0-4769-95B5-67358DCC3359}" destId="{53D9C754-8153-4FCF-A436-C96EDD54A97A}" srcOrd="0" destOrd="0" presId="urn:microsoft.com/office/officeart/2005/8/layout/hProcess11"/>
    <dgm:cxn modelId="{BB42B7AB-086A-4CFF-BCF5-7A39ED356886}" type="presParOf" srcId="{C9637656-D2EE-4CEA-B149-22E9F0B7FEAD}" destId="{F3A48370-269D-4D5F-9860-CB93EAEF2B97}" srcOrd="0" destOrd="0" presId="urn:microsoft.com/office/officeart/2005/8/layout/hProcess11"/>
    <dgm:cxn modelId="{72471118-3A4F-4813-AEDB-EC026811F795}" type="presParOf" srcId="{C9637656-D2EE-4CEA-B149-22E9F0B7FEAD}" destId="{CCF25251-EB14-4AF8-BF07-B86F6ABBDBF1}" srcOrd="1" destOrd="0" presId="urn:microsoft.com/office/officeart/2005/8/layout/hProcess11"/>
    <dgm:cxn modelId="{10ADF1D8-F267-4331-9A2A-3FF1CD49BCD6}" type="presParOf" srcId="{CCF25251-EB14-4AF8-BF07-B86F6ABBDBF1}" destId="{7A34B583-3689-4CD5-8B53-2D379235A6D4}" srcOrd="0" destOrd="0" presId="urn:microsoft.com/office/officeart/2005/8/layout/hProcess11"/>
    <dgm:cxn modelId="{8A2700A8-F980-4DD7-B72D-221E4FCF4F19}" type="presParOf" srcId="{7A34B583-3689-4CD5-8B53-2D379235A6D4}" destId="{8BB31536-17A9-444B-BF49-7BFDA4C1885E}" srcOrd="0" destOrd="0" presId="urn:microsoft.com/office/officeart/2005/8/layout/hProcess11"/>
    <dgm:cxn modelId="{F3494A6E-88B5-48C2-B11D-E153F528E460}" type="presParOf" srcId="{7A34B583-3689-4CD5-8B53-2D379235A6D4}" destId="{C29B085E-F4D8-41A9-8486-803CFC239B85}" srcOrd="1" destOrd="0" presId="urn:microsoft.com/office/officeart/2005/8/layout/hProcess11"/>
    <dgm:cxn modelId="{B7FAF442-91B2-4299-9092-BCBD2E267DB7}" type="presParOf" srcId="{7A34B583-3689-4CD5-8B53-2D379235A6D4}" destId="{21EA3B4F-C0A5-4405-9A80-A16385854DB9}" srcOrd="2" destOrd="0" presId="urn:microsoft.com/office/officeart/2005/8/layout/hProcess11"/>
    <dgm:cxn modelId="{ED6E0385-066D-4E34-A0BD-5490B7F17E24}" type="presParOf" srcId="{CCF25251-EB14-4AF8-BF07-B86F6ABBDBF1}" destId="{FC26A2C3-B369-4D55-976C-FAE2680F4AEF}" srcOrd="1" destOrd="0" presId="urn:microsoft.com/office/officeart/2005/8/layout/hProcess11"/>
    <dgm:cxn modelId="{EE4C3C9E-33B9-4AC1-8259-D3F9B4C4B8B3}" type="presParOf" srcId="{CCF25251-EB14-4AF8-BF07-B86F6ABBDBF1}" destId="{1766BCD5-C177-491C-9EF2-AD15E6535868}" srcOrd="2" destOrd="0" presId="urn:microsoft.com/office/officeart/2005/8/layout/hProcess11"/>
    <dgm:cxn modelId="{4C935B74-DE8C-476D-A5FB-597FDD9E0AB9}" type="presParOf" srcId="{1766BCD5-C177-491C-9EF2-AD15E6535868}" destId="{F90C75F7-F303-43D1-9563-389CCAEC5E7D}" srcOrd="0" destOrd="0" presId="urn:microsoft.com/office/officeart/2005/8/layout/hProcess11"/>
    <dgm:cxn modelId="{76D3D24A-9DE4-4C53-827A-8C5F79D60CD5}" type="presParOf" srcId="{1766BCD5-C177-491C-9EF2-AD15E6535868}" destId="{2FAE855A-F26F-40D9-8B29-1CE76200923E}" srcOrd="1" destOrd="0" presId="urn:microsoft.com/office/officeart/2005/8/layout/hProcess11"/>
    <dgm:cxn modelId="{5840BC97-2144-48A9-A482-E91D90DC8E80}" type="presParOf" srcId="{1766BCD5-C177-491C-9EF2-AD15E6535868}" destId="{C53B37C5-7D60-48C4-912D-AD19BD2CEEF3}" srcOrd="2" destOrd="0" presId="urn:microsoft.com/office/officeart/2005/8/layout/hProcess11"/>
    <dgm:cxn modelId="{B71E75C4-F283-4C8C-AA38-EDF3086973FF}" type="presParOf" srcId="{CCF25251-EB14-4AF8-BF07-B86F6ABBDBF1}" destId="{F60FC3B1-E76B-4E77-9499-2B779C709FB9}" srcOrd="3" destOrd="0" presId="urn:microsoft.com/office/officeart/2005/8/layout/hProcess11"/>
    <dgm:cxn modelId="{B1A6F550-7F22-4FB9-B887-EFFD01EC7B4B}" type="presParOf" srcId="{CCF25251-EB14-4AF8-BF07-B86F6ABBDBF1}" destId="{25AC22A3-8256-4F30-9B9B-9D4CCE2E8F4E}" srcOrd="4" destOrd="0" presId="urn:microsoft.com/office/officeart/2005/8/layout/hProcess11"/>
    <dgm:cxn modelId="{47B7030A-DE82-4268-8AB2-C6247DA7E6DD}" type="presParOf" srcId="{25AC22A3-8256-4F30-9B9B-9D4CCE2E8F4E}" destId="{CE49081E-5199-4991-9CD3-D5AD36C73E6B}" srcOrd="0" destOrd="0" presId="urn:microsoft.com/office/officeart/2005/8/layout/hProcess11"/>
    <dgm:cxn modelId="{4176C4E4-2511-4A1C-A892-08208545E264}" type="presParOf" srcId="{25AC22A3-8256-4F30-9B9B-9D4CCE2E8F4E}" destId="{AF9BC1FA-9726-4679-A803-EE1275FA84B3}" srcOrd="1" destOrd="0" presId="urn:microsoft.com/office/officeart/2005/8/layout/hProcess11"/>
    <dgm:cxn modelId="{FEBBC556-C77F-4A67-81F3-30ECA6D11C8D}" type="presParOf" srcId="{25AC22A3-8256-4F30-9B9B-9D4CCE2E8F4E}" destId="{2A961261-B159-41F4-A4AD-1D8732B57DEA}" srcOrd="2" destOrd="0" presId="urn:microsoft.com/office/officeart/2005/8/layout/hProcess11"/>
    <dgm:cxn modelId="{36CD6EEA-C64B-41AD-B9A2-C50CFDAAA62E}" type="presParOf" srcId="{CCF25251-EB14-4AF8-BF07-B86F6ABBDBF1}" destId="{B9D66842-C55C-41B0-B1C7-988EF3B0FD1D}" srcOrd="5" destOrd="0" presId="urn:microsoft.com/office/officeart/2005/8/layout/hProcess11"/>
    <dgm:cxn modelId="{7CED99F6-C2A5-43DF-A908-16949E85657C}" type="presParOf" srcId="{CCF25251-EB14-4AF8-BF07-B86F6ABBDBF1}" destId="{937B5526-D73B-4BAC-8618-8FBC5219BA5C}" srcOrd="6" destOrd="0" presId="urn:microsoft.com/office/officeart/2005/8/layout/hProcess11"/>
    <dgm:cxn modelId="{A4D15346-73B4-4CF4-99E2-EBA2D8B3C3E3}" type="presParOf" srcId="{937B5526-D73B-4BAC-8618-8FBC5219BA5C}" destId="{53D9C754-8153-4FCF-A436-C96EDD54A97A}" srcOrd="0" destOrd="0" presId="urn:microsoft.com/office/officeart/2005/8/layout/hProcess11"/>
    <dgm:cxn modelId="{878CE0D4-1494-4D17-9F5D-6304C3AB5E94}" type="presParOf" srcId="{937B5526-D73B-4BAC-8618-8FBC5219BA5C}" destId="{46010FCE-E7A8-4520-8EE9-ADED92F4467D}" srcOrd="1" destOrd="0" presId="urn:microsoft.com/office/officeart/2005/8/layout/hProcess11"/>
    <dgm:cxn modelId="{EE9E27A7-1B35-4E91-ADDD-2287EE7204D3}" type="presParOf" srcId="{937B5526-D73B-4BAC-8618-8FBC5219BA5C}" destId="{BADAFE6E-6CEB-45E1-B60C-701D6847869E}" srcOrd="2" destOrd="0" presId="urn:microsoft.com/office/officeart/2005/8/layout/hProcess11"/>
    <dgm:cxn modelId="{28AE027D-7C69-44F5-92A2-3F78C59900CD}" type="presParOf" srcId="{CCF25251-EB14-4AF8-BF07-B86F6ABBDBF1}" destId="{8A62984A-42DA-427C-8E9B-EDBDF1A420B1}" srcOrd="7" destOrd="0" presId="urn:microsoft.com/office/officeart/2005/8/layout/hProcess11"/>
    <dgm:cxn modelId="{762A6E69-DAE5-434F-9A41-0D025E6F0BB9}" type="presParOf" srcId="{CCF25251-EB14-4AF8-BF07-B86F6ABBDBF1}" destId="{8C91109E-BE07-45D5-B7FC-8B83D7CE9D02}" srcOrd="8" destOrd="0" presId="urn:microsoft.com/office/officeart/2005/8/layout/hProcess11"/>
    <dgm:cxn modelId="{65EF0B08-B0DC-4EF4-B73E-F0027F31F59D}" type="presParOf" srcId="{8C91109E-BE07-45D5-B7FC-8B83D7CE9D02}" destId="{D9A9F41F-4FD7-41A4-BC55-102538C31FED}" srcOrd="0" destOrd="0" presId="urn:microsoft.com/office/officeart/2005/8/layout/hProcess11"/>
    <dgm:cxn modelId="{BCB72298-BCDB-4258-9B2F-926F1624B4CA}" type="presParOf" srcId="{8C91109E-BE07-45D5-B7FC-8B83D7CE9D02}" destId="{F2059671-E350-41D5-A13D-6101138B3C5C}" srcOrd="1" destOrd="0" presId="urn:microsoft.com/office/officeart/2005/8/layout/hProcess11"/>
    <dgm:cxn modelId="{C34357BA-5D63-40DA-9292-88E09DBF6BC1}" type="presParOf" srcId="{8C91109E-BE07-45D5-B7FC-8B83D7CE9D02}" destId="{119ED5F5-9810-4B26-9019-4F6BC2596587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FFEF342-6A1E-430E-A93D-A146F8C7B63F}" type="doc">
      <dgm:prSet loTypeId="urn:microsoft.com/office/officeart/2005/8/layout/hProcess11" loCatId="process" qsTypeId="urn:microsoft.com/office/officeart/2005/8/quickstyle/simple1" qsCatId="simple" csTypeId="urn:microsoft.com/office/officeart/2005/8/colors/colorful1" csCatId="colorful" phldr="1"/>
      <dgm:spPr/>
    </dgm:pt>
    <dgm:pt modelId="{3B3F9E0B-EE04-421B-BF49-C795E53822EF}">
      <dgm:prSet phldrT="[Text]"/>
      <dgm:spPr/>
      <dgm:t>
        <a:bodyPr/>
        <a:lstStyle/>
        <a:p>
          <a:r>
            <a:rPr lang="en-US" dirty="0"/>
            <a:t>Load Vector Store</a:t>
          </a:r>
        </a:p>
      </dgm:t>
    </dgm:pt>
    <dgm:pt modelId="{BAB76988-F9CA-4D5C-9F82-1A5586758F54}" type="parTrans" cxnId="{FAA783C6-4701-4B08-8F5A-175CFAF0712E}">
      <dgm:prSet/>
      <dgm:spPr/>
      <dgm:t>
        <a:bodyPr/>
        <a:lstStyle/>
        <a:p>
          <a:endParaRPr lang="en-US"/>
        </a:p>
      </dgm:t>
    </dgm:pt>
    <dgm:pt modelId="{EBF4CDC1-9A64-4F30-90C4-181EF987F434}" type="sibTrans" cxnId="{FAA783C6-4701-4B08-8F5A-175CFAF0712E}">
      <dgm:prSet/>
      <dgm:spPr/>
      <dgm:t>
        <a:bodyPr/>
        <a:lstStyle/>
        <a:p>
          <a:endParaRPr lang="en-US"/>
        </a:p>
      </dgm:t>
    </dgm:pt>
    <dgm:pt modelId="{86416B20-774B-4805-A16B-6E62EF1B5ABB}">
      <dgm:prSet phldrT="[Text]"/>
      <dgm:spPr/>
      <dgm:t>
        <a:bodyPr/>
        <a:lstStyle/>
        <a:p>
          <a:r>
            <a:rPr lang="en-US" dirty="0"/>
            <a:t>Set up RAG Chain</a:t>
          </a:r>
        </a:p>
      </dgm:t>
    </dgm:pt>
    <dgm:pt modelId="{F3DDF04B-CCB9-44C8-A1D3-CEBEB4079D65}" type="parTrans" cxnId="{C667E6F8-A71A-4438-B33D-10014E86272A}">
      <dgm:prSet/>
      <dgm:spPr/>
      <dgm:t>
        <a:bodyPr/>
        <a:lstStyle/>
        <a:p>
          <a:endParaRPr lang="en-US"/>
        </a:p>
      </dgm:t>
    </dgm:pt>
    <dgm:pt modelId="{342C151E-0267-492E-BC09-3025839E1FF0}" type="sibTrans" cxnId="{C667E6F8-A71A-4438-B33D-10014E86272A}">
      <dgm:prSet/>
      <dgm:spPr/>
      <dgm:t>
        <a:bodyPr/>
        <a:lstStyle/>
        <a:p>
          <a:endParaRPr lang="en-US"/>
        </a:p>
      </dgm:t>
    </dgm:pt>
    <dgm:pt modelId="{7451E22E-52B7-4B6C-A83F-24BCCC273B85}">
      <dgm:prSet phldrT="[Text]"/>
      <dgm:spPr/>
      <dgm:t>
        <a:bodyPr/>
        <a:lstStyle/>
        <a:p>
          <a:r>
            <a:rPr lang="en-US"/>
            <a:t>Initialize </a:t>
          </a:r>
          <a:r>
            <a:rPr lang="en-US" dirty="0"/>
            <a:t>LLM</a:t>
          </a:r>
        </a:p>
      </dgm:t>
    </dgm:pt>
    <dgm:pt modelId="{013B1F94-81D1-47E1-B6D4-0FCAACEF91DA}" type="parTrans" cxnId="{641FE2B9-160A-40E5-9A56-862A918023DE}">
      <dgm:prSet/>
      <dgm:spPr/>
      <dgm:t>
        <a:bodyPr/>
        <a:lstStyle/>
        <a:p>
          <a:endParaRPr lang="en-US"/>
        </a:p>
      </dgm:t>
    </dgm:pt>
    <dgm:pt modelId="{E9533882-1BB4-4221-B60F-9E3CD7743983}" type="sibTrans" cxnId="{641FE2B9-160A-40E5-9A56-862A918023DE}">
      <dgm:prSet/>
      <dgm:spPr/>
      <dgm:t>
        <a:bodyPr/>
        <a:lstStyle/>
        <a:p>
          <a:endParaRPr lang="en-US"/>
        </a:p>
      </dgm:t>
    </dgm:pt>
    <dgm:pt modelId="{9BCC38B9-36CD-42EC-808D-6567C3F43C26}">
      <dgm:prSet phldrT="[Text]"/>
      <dgm:spPr/>
      <dgm:t>
        <a:bodyPr/>
        <a:lstStyle/>
        <a:p>
          <a:r>
            <a:rPr lang="en-US" dirty="0"/>
            <a:t>Ask &amp; Retrieve</a:t>
          </a:r>
        </a:p>
      </dgm:t>
    </dgm:pt>
    <dgm:pt modelId="{D2D5918D-899A-4E22-A8A1-CF0AD0D62250}" type="parTrans" cxnId="{83ED22CF-2F11-4255-A75E-DC18F58A6BF3}">
      <dgm:prSet/>
      <dgm:spPr/>
      <dgm:t>
        <a:bodyPr/>
        <a:lstStyle/>
        <a:p>
          <a:endParaRPr lang="en-US"/>
        </a:p>
      </dgm:t>
    </dgm:pt>
    <dgm:pt modelId="{08D2D136-5580-4D49-BF25-8DD30317BE5D}" type="sibTrans" cxnId="{83ED22CF-2F11-4255-A75E-DC18F58A6BF3}">
      <dgm:prSet/>
      <dgm:spPr/>
      <dgm:t>
        <a:bodyPr/>
        <a:lstStyle/>
        <a:p>
          <a:endParaRPr lang="en-US"/>
        </a:p>
      </dgm:t>
    </dgm:pt>
    <dgm:pt modelId="{81E92DE1-103F-4753-AF44-07622EF583BB}">
      <dgm:prSet phldrT="[Text]"/>
      <dgm:spPr/>
      <dgm:t>
        <a:bodyPr/>
        <a:lstStyle/>
        <a:p>
          <a:r>
            <a:rPr lang="en-US" dirty="0"/>
            <a:t>Answer &amp; Sources</a:t>
          </a:r>
        </a:p>
      </dgm:t>
    </dgm:pt>
    <dgm:pt modelId="{657324A7-173E-4003-9F1B-29C52520193A}" type="parTrans" cxnId="{3856C74C-FFDA-4AB1-9FC7-E82300D259A9}">
      <dgm:prSet/>
      <dgm:spPr/>
      <dgm:t>
        <a:bodyPr/>
        <a:lstStyle/>
        <a:p>
          <a:endParaRPr lang="en-US"/>
        </a:p>
      </dgm:t>
    </dgm:pt>
    <dgm:pt modelId="{87D58D95-6492-47A8-B908-21207EA5FF5A}" type="sibTrans" cxnId="{3856C74C-FFDA-4AB1-9FC7-E82300D259A9}">
      <dgm:prSet/>
      <dgm:spPr/>
      <dgm:t>
        <a:bodyPr/>
        <a:lstStyle/>
        <a:p>
          <a:endParaRPr lang="en-US"/>
        </a:p>
      </dgm:t>
    </dgm:pt>
    <dgm:pt modelId="{C9637656-D2EE-4CEA-B149-22E9F0B7FEAD}" type="pres">
      <dgm:prSet presAssocID="{1FFEF342-6A1E-430E-A93D-A146F8C7B63F}" presName="Name0" presStyleCnt="0">
        <dgm:presLayoutVars>
          <dgm:dir/>
          <dgm:resizeHandles val="exact"/>
        </dgm:presLayoutVars>
      </dgm:prSet>
      <dgm:spPr/>
    </dgm:pt>
    <dgm:pt modelId="{F3A48370-269D-4D5F-9860-CB93EAEF2B97}" type="pres">
      <dgm:prSet presAssocID="{1FFEF342-6A1E-430E-A93D-A146F8C7B63F}" presName="arrow" presStyleLbl="bgShp" presStyleIdx="0" presStyleCnt="1"/>
      <dgm:spPr/>
    </dgm:pt>
    <dgm:pt modelId="{CCF25251-EB14-4AF8-BF07-B86F6ABBDBF1}" type="pres">
      <dgm:prSet presAssocID="{1FFEF342-6A1E-430E-A93D-A146F8C7B63F}" presName="points" presStyleCnt="0"/>
      <dgm:spPr/>
    </dgm:pt>
    <dgm:pt modelId="{7A34B583-3689-4CD5-8B53-2D379235A6D4}" type="pres">
      <dgm:prSet presAssocID="{3B3F9E0B-EE04-421B-BF49-C795E53822EF}" presName="compositeA" presStyleCnt="0"/>
      <dgm:spPr/>
    </dgm:pt>
    <dgm:pt modelId="{8BB31536-17A9-444B-BF49-7BFDA4C1885E}" type="pres">
      <dgm:prSet presAssocID="{3B3F9E0B-EE04-421B-BF49-C795E53822EF}" presName="textA" presStyleLbl="revTx" presStyleIdx="0" presStyleCnt="5">
        <dgm:presLayoutVars>
          <dgm:bulletEnabled val="1"/>
        </dgm:presLayoutVars>
      </dgm:prSet>
      <dgm:spPr/>
    </dgm:pt>
    <dgm:pt modelId="{C29B085E-F4D8-41A9-8486-803CFC239B85}" type="pres">
      <dgm:prSet presAssocID="{3B3F9E0B-EE04-421B-BF49-C795E53822EF}" presName="circleA" presStyleLbl="node1" presStyleIdx="0" presStyleCnt="5"/>
      <dgm:spPr/>
    </dgm:pt>
    <dgm:pt modelId="{21EA3B4F-C0A5-4405-9A80-A16385854DB9}" type="pres">
      <dgm:prSet presAssocID="{3B3F9E0B-EE04-421B-BF49-C795E53822EF}" presName="spaceA" presStyleCnt="0"/>
      <dgm:spPr/>
    </dgm:pt>
    <dgm:pt modelId="{63D7D2EC-88CD-46ED-9376-B54AC2A67E21}" type="pres">
      <dgm:prSet presAssocID="{EBF4CDC1-9A64-4F30-90C4-181EF987F434}" presName="space" presStyleCnt="0"/>
      <dgm:spPr/>
    </dgm:pt>
    <dgm:pt modelId="{9FA57143-977F-4F9F-B9B6-02A42208C3A9}" type="pres">
      <dgm:prSet presAssocID="{7451E22E-52B7-4B6C-A83F-24BCCC273B85}" presName="compositeB" presStyleCnt="0"/>
      <dgm:spPr/>
    </dgm:pt>
    <dgm:pt modelId="{96DEFD57-A71A-42EB-9848-8AABDB06858D}" type="pres">
      <dgm:prSet presAssocID="{7451E22E-52B7-4B6C-A83F-24BCCC273B85}" presName="textB" presStyleLbl="revTx" presStyleIdx="1" presStyleCnt="5">
        <dgm:presLayoutVars>
          <dgm:bulletEnabled val="1"/>
        </dgm:presLayoutVars>
      </dgm:prSet>
      <dgm:spPr/>
    </dgm:pt>
    <dgm:pt modelId="{CDF8FDA5-B976-4145-B55D-FFE91A5967C7}" type="pres">
      <dgm:prSet presAssocID="{7451E22E-52B7-4B6C-A83F-24BCCC273B85}" presName="circleB" presStyleLbl="node1" presStyleIdx="1" presStyleCnt="5"/>
      <dgm:spPr/>
    </dgm:pt>
    <dgm:pt modelId="{6052FBA3-2BA7-42EF-A090-E262D24BBF40}" type="pres">
      <dgm:prSet presAssocID="{7451E22E-52B7-4B6C-A83F-24BCCC273B85}" presName="spaceB" presStyleCnt="0"/>
      <dgm:spPr/>
    </dgm:pt>
    <dgm:pt modelId="{2FA2F9FB-CFB7-4967-8D83-C430FFFF3E9F}" type="pres">
      <dgm:prSet presAssocID="{E9533882-1BB4-4221-B60F-9E3CD7743983}" presName="space" presStyleCnt="0"/>
      <dgm:spPr/>
    </dgm:pt>
    <dgm:pt modelId="{E7639998-305E-43CC-A08E-537FC6A2A8C1}" type="pres">
      <dgm:prSet presAssocID="{86416B20-774B-4805-A16B-6E62EF1B5ABB}" presName="compositeA" presStyleCnt="0"/>
      <dgm:spPr/>
    </dgm:pt>
    <dgm:pt modelId="{9688EB7F-85AD-438C-AE4E-7D951F10F48D}" type="pres">
      <dgm:prSet presAssocID="{86416B20-774B-4805-A16B-6E62EF1B5ABB}" presName="textA" presStyleLbl="revTx" presStyleIdx="2" presStyleCnt="5">
        <dgm:presLayoutVars>
          <dgm:bulletEnabled val="1"/>
        </dgm:presLayoutVars>
      </dgm:prSet>
      <dgm:spPr/>
    </dgm:pt>
    <dgm:pt modelId="{2FBD152B-C500-4210-A167-10E49A1A91A1}" type="pres">
      <dgm:prSet presAssocID="{86416B20-774B-4805-A16B-6E62EF1B5ABB}" presName="circleA" presStyleLbl="node1" presStyleIdx="2" presStyleCnt="5"/>
      <dgm:spPr/>
    </dgm:pt>
    <dgm:pt modelId="{CBE08362-30D3-41C4-BF86-A3545CAED5D5}" type="pres">
      <dgm:prSet presAssocID="{86416B20-774B-4805-A16B-6E62EF1B5ABB}" presName="spaceA" presStyleCnt="0"/>
      <dgm:spPr/>
    </dgm:pt>
    <dgm:pt modelId="{E1C37F12-F71B-45C7-9917-B06A4EAE99D1}" type="pres">
      <dgm:prSet presAssocID="{342C151E-0267-492E-BC09-3025839E1FF0}" presName="space" presStyleCnt="0"/>
      <dgm:spPr/>
    </dgm:pt>
    <dgm:pt modelId="{613CDE4A-121C-4003-BDF8-EB4A3DE31DC2}" type="pres">
      <dgm:prSet presAssocID="{9BCC38B9-36CD-42EC-808D-6567C3F43C26}" presName="compositeB" presStyleCnt="0"/>
      <dgm:spPr/>
    </dgm:pt>
    <dgm:pt modelId="{E89F8ECE-50CB-4526-87AA-FB5C4792E787}" type="pres">
      <dgm:prSet presAssocID="{9BCC38B9-36CD-42EC-808D-6567C3F43C26}" presName="textB" presStyleLbl="revTx" presStyleIdx="3" presStyleCnt="5">
        <dgm:presLayoutVars>
          <dgm:bulletEnabled val="1"/>
        </dgm:presLayoutVars>
      </dgm:prSet>
      <dgm:spPr/>
    </dgm:pt>
    <dgm:pt modelId="{573D545B-626B-48A1-8395-FC471884FE1B}" type="pres">
      <dgm:prSet presAssocID="{9BCC38B9-36CD-42EC-808D-6567C3F43C26}" presName="circleB" presStyleLbl="node1" presStyleIdx="3" presStyleCnt="5"/>
      <dgm:spPr/>
    </dgm:pt>
    <dgm:pt modelId="{5B067557-27CF-443A-8C95-13BC5F5AAC53}" type="pres">
      <dgm:prSet presAssocID="{9BCC38B9-36CD-42EC-808D-6567C3F43C26}" presName="spaceB" presStyleCnt="0"/>
      <dgm:spPr/>
    </dgm:pt>
    <dgm:pt modelId="{EEFA16FE-772B-4CBE-83DD-6F06C3C33AA4}" type="pres">
      <dgm:prSet presAssocID="{08D2D136-5580-4D49-BF25-8DD30317BE5D}" presName="space" presStyleCnt="0"/>
      <dgm:spPr/>
    </dgm:pt>
    <dgm:pt modelId="{C4E94228-C4CF-42C4-A32B-0AEDBE55DB0E}" type="pres">
      <dgm:prSet presAssocID="{81E92DE1-103F-4753-AF44-07622EF583BB}" presName="compositeA" presStyleCnt="0"/>
      <dgm:spPr/>
    </dgm:pt>
    <dgm:pt modelId="{9D2EF61F-8EE6-473A-B494-2C60FD6B719E}" type="pres">
      <dgm:prSet presAssocID="{81E92DE1-103F-4753-AF44-07622EF583BB}" presName="textA" presStyleLbl="revTx" presStyleIdx="4" presStyleCnt="5">
        <dgm:presLayoutVars>
          <dgm:bulletEnabled val="1"/>
        </dgm:presLayoutVars>
      </dgm:prSet>
      <dgm:spPr/>
    </dgm:pt>
    <dgm:pt modelId="{9F2C689E-C209-4FD4-8FF8-60D17698189C}" type="pres">
      <dgm:prSet presAssocID="{81E92DE1-103F-4753-AF44-07622EF583BB}" presName="circleA" presStyleLbl="node1" presStyleIdx="4" presStyleCnt="5"/>
      <dgm:spPr/>
    </dgm:pt>
    <dgm:pt modelId="{FB229B95-CE7A-4D94-A1F6-B5F13EB8EB19}" type="pres">
      <dgm:prSet presAssocID="{81E92DE1-103F-4753-AF44-07622EF583BB}" presName="spaceA" presStyleCnt="0"/>
      <dgm:spPr/>
    </dgm:pt>
  </dgm:ptLst>
  <dgm:cxnLst>
    <dgm:cxn modelId="{5CD67123-5347-46D4-BDD8-F72A055D5857}" type="presOf" srcId="{7451E22E-52B7-4B6C-A83F-24BCCC273B85}" destId="{96DEFD57-A71A-42EB-9848-8AABDB06858D}" srcOrd="0" destOrd="0" presId="urn:microsoft.com/office/officeart/2005/8/layout/hProcess11"/>
    <dgm:cxn modelId="{E6D0F934-9C64-4022-A602-0992A0772C21}" type="presOf" srcId="{3B3F9E0B-EE04-421B-BF49-C795E53822EF}" destId="{8BB31536-17A9-444B-BF49-7BFDA4C1885E}" srcOrd="0" destOrd="0" presId="urn:microsoft.com/office/officeart/2005/8/layout/hProcess11"/>
    <dgm:cxn modelId="{0CE1D465-ED0A-49EC-8AD4-ADBAC21EBAE0}" type="presOf" srcId="{1FFEF342-6A1E-430E-A93D-A146F8C7B63F}" destId="{C9637656-D2EE-4CEA-B149-22E9F0B7FEAD}" srcOrd="0" destOrd="0" presId="urn:microsoft.com/office/officeart/2005/8/layout/hProcess11"/>
    <dgm:cxn modelId="{3856C74C-FFDA-4AB1-9FC7-E82300D259A9}" srcId="{1FFEF342-6A1E-430E-A93D-A146F8C7B63F}" destId="{81E92DE1-103F-4753-AF44-07622EF583BB}" srcOrd="4" destOrd="0" parTransId="{657324A7-173E-4003-9F1B-29C52520193A}" sibTransId="{87D58D95-6492-47A8-B908-21207EA5FF5A}"/>
    <dgm:cxn modelId="{C9EDEC76-EB98-4753-9982-86D5586B64C0}" type="presOf" srcId="{9BCC38B9-36CD-42EC-808D-6567C3F43C26}" destId="{E89F8ECE-50CB-4526-87AA-FB5C4792E787}" srcOrd="0" destOrd="0" presId="urn:microsoft.com/office/officeart/2005/8/layout/hProcess11"/>
    <dgm:cxn modelId="{CA2C1DA9-5309-45CD-B60D-23154C12DEDF}" type="presOf" srcId="{81E92DE1-103F-4753-AF44-07622EF583BB}" destId="{9D2EF61F-8EE6-473A-B494-2C60FD6B719E}" srcOrd="0" destOrd="0" presId="urn:microsoft.com/office/officeart/2005/8/layout/hProcess11"/>
    <dgm:cxn modelId="{641FE2B9-160A-40E5-9A56-862A918023DE}" srcId="{1FFEF342-6A1E-430E-A93D-A146F8C7B63F}" destId="{7451E22E-52B7-4B6C-A83F-24BCCC273B85}" srcOrd="1" destOrd="0" parTransId="{013B1F94-81D1-47E1-B6D4-0FCAACEF91DA}" sibTransId="{E9533882-1BB4-4221-B60F-9E3CD7743983}"/>
    <dgm:cxn modelId="{FAA783C6-4701-4B08-8F5A-175CFAF0712E}" srcId="{1FFEF342-6A1E-430E-A93D-A146F8C7B63F}" destId="{3B3F9E0B-EE04-421B-BF49-C795E53822EF}" srcOrd="0" destOrd="0" parTransId="{BAB76988-F9CA-4D5C-9F82-1A5586758F54}" sibTransId="{EBF4CDC1-9A64-4F30-90C4-181EF987F434}"/>
    <dgm:cxn modelId="{83ED22CF-2F11-4255-A75E-DC18F58A6BF3}" srcId="{1FFEF342-6A1E-430E-A93D-A146F8C7B63F}" destId="{9BCC38B9-36CD-42EC-808D-6567C3F43C26}" srcOrd="3" destOrd="0" parTransId="{D2D5918D-899A-4E22-A8A1-CF0AD0D62250}" sibTransId="{08D2D136-5580-4D49-BF25-8DD30317BE5D}"/>
    <dgm:cxn modelId="{6C0246F6-9DCE-44A6-AE8C-1DB59601AD73}" type="presOf" srcId="{86416B20-774B-4805-A16B-6E62EF1B5ABB}" destId="{9688EB7F-85AD-438C-AE4E-7D951F10F48D}" srcOrd="0" destOrd="0" presId="urn:microsoft.com/office/officeart/2005/8/layout/hProcess11"/>
    <dgm:cxn modelId="{C667E6F8-A71A-4438-B33D-10014E86272A}" srcId="{1FFEF342-6A1E-430E-A93D-A146F8C7B63F}" destId="{86416B20-774B-4805-A16B-6E62EF1B5ABB}" srcOrd="2" destOrd="0" parTransId="{F3DDF04B-CCB9-44C8-A1D3-CEBEB4079D65}" sibTransId="{342C151E-0267-492E-BC09-3025839E1FF0}"/>
    <dgm:cxn modelId="{BB42B7AB-086A-4CFF-BCF5-7A39ED356886}" type="presParOf" srcId="{C9637656-D2EE-4CEA-B149-22E9F0B7FEAD}" destId="{F3A48370-269D-4D5F-9860-CB93EAEF2B97}" srcOrd="0" destOrd="0" presId="urn:microsoft.com/office/officeart/2005/8/layout/hProcess11"/>
    <dgm:cxn modelId="{72471118-3A4F-4813-AEDB-EC026811F795}" type="presParOf" srcId="{C9637656-D2EE-4CEA-B149-22E9F0B7FEAD}" destId="{CCF25251-EB14-4AF8-BF07-B86F6ABBDBF1}" srcOrd="1" destOrd="0" presId="urn:microsoft.com/office/officeart/2005/8/layout/hProcess11"/>
    <dgm:cxn modelId="{10ADF1D8-F267-4331-9A2A-3FF1CD49BCD6}" type="presParOf" srcId="{CCF25251-EB14-4AF8-BF07-B86F6ABBDBF1}" destId="{7A34B583-3689-4CD5-8B53-2D379235A6D4}" srcOrd="0" destOrd="0" presId="urn:microsoft.com/office/officeart/2005/8/layout/hProcess11"/>
    <dgm:cxn modelId="{8A2700A8-F980-4DD7-B72D-221E4FCF4F19}" type="presParOf" srcId="{7A34B583-3689-4CD5-8B53-2D379235A6D4}" destId="{8BB31536-17A9-444B-BF49-7BFDA4C1885E}" srcOrd="0" destOrd="0" presId="urn:microsoft.com/office/officeart/2005/8/layout/hProcess11"/>
    <dgm:cxn modelId="{F3494A6E-88B5-48C2-B11D-E153F528E460}" type="presParOf" srcId="{7A34B583-3689-4CD5-8B53-2D379235A6D4}" destId="{C29B085E-F4D8-41A9-8486-803CFC239B85}" srcOrd="1" destOrd="0" presId="urn:microsoft.com/office/officeart/2005/8/layout/hProcess11"/>
    <dgm:cxn modelId="{B7FAF442-91B2-4299-9092-BCBD2E267DB7}" type="presParOf" srcId="{7A34B583-3689-4CD5-8B53-2D379235A6D4}" destId="{21EA3B4F-C0A5-4405-9A80-A16385854DB9}" srcOrd="2" destOrd="0" presId="urn:microsoft.com/office/officeart/2005/8/layout/hProcess11"/>
    <dgm:cxn modelId="{AA2D95EB-F728-4563-93C9-84B27E823DFC}" type="presParOf" srcId="{CCF25251-EB14-4AF8-BF07-B86F6ABBDBF1}" destId="{63D7D2EC-88CD-46ED-9376-B54AC2A67E21}" srcOrd="1" destOrd="0" presId="urn:microsoft.com/office/officeart/2005/8/layout/hProcess11"/>
    <dgm:cxn modelId="{C43AE096-ECF5-48DC-8BD8-5499D3DE786A}" type="presParOf" srcId="{CCF25251-EB14-4AF8-BF07-B86F6ABBDBF1}" destId="{9FA57143-977F-4F9F-B9B6-02A42208C3A9}" srcOrd="2" destOrd="0" presId="urn:microsoft.com/office/officeart/2005/8/layout/hProcess11"/>
    <dgm:cxn modelId="{BCE90260-6AF0-4678-8268-4E342528BFFB}" type="presParOf" srcId="{9FA57143-977F-4F9F-B9B6-02A42208C3A9}" destId="{96DEFD57-A71A-42EB-9848-8AABDB06858D}" srcOrd="0" destOrd="0" presId="urn:microsoft.com/office/officeart/2005/8/layout/hProcess11"/>
    <dgm:cxn modelId="{C39A768E-34EC-49F2-A053-FC443E584AD0}" type="presParOf" srcId="{9FA57143-977F-4F9F-B9B6-02A42208C3A9}" destId="{CDF8FDA5-B976-4145-B55D-FFE91A5967C7}" srcOrd="1" destOrd="0" presId="urn:microsoft.com/office/officeart/2005/8/layout/hProcess11"/>
    <dgm:cxn modelId="{9BB32D6B-133A-400E-AF5B-7A00410FF10F}" type="presParOf" srcId="{9FA57143-977F-4F9F-B9B6-02A42208C3A9}" destId="{6052FBA3-2BA7-42EF-A090-E262D24BBF40}" srcOrd="2" destOrd="0" presId="urn:microsoft.com/office/officeart/2005/8/layout/hProcess11"/>
    <dgm:cxn modelId="{E0087D6C-F77E-4CC3-AF9D-B4DDD205BAE8}" type="presParOf" srcId="{CCF25251-EB14-4AF8-BF07-B86F6ABBDBF1}" destId="{2FA2F9FB-CFB7-4967-8D83-C430FFFF3E9F}" srcOrd="3" destOrd="0" presId="urn:microsoft.com/office/officeart/2005/8/layout/hProcess11"/>
    <dgm:cxn modelId="{41DDE641-4C5F-4FD8-BC21-54F0B190AB54}" type="presParOf" srcId="{CCF25251-EB14-4AF8-BF07-B86F6ABBDBF1}" destId="{E7639998-305E-43CC-A08E-537FC6A2A8C1}" srcOrd="4" destOrd="0" presId="urn:microsoft.com/office/officeart/2005/8/layout/hProcess11"/>
    <dgm:cxn modelId="{42CDD865-2FC5-4335-B672-A5C1D278F162}" type="presParOf" srcId="{E7639998-305E-43CC-A08E-537FC6A2A8C1}" destId="{9688EB7F-85AD-438C-AE4E-7D951F10F48D}" srcOrd="0" destOrd="0" presId="urn:microsoft.com/office/officeart/2005/8/layout/hProcess11"/>
    <dgm:cxn modelId="{8B6C3714-670E-46B7-83E7-84C8ED65C8CD}" type="presParOf" srcId="{E7639998-305E-43CC-A08E-537FC6A2A8C1}" destId="{2FBD152B-C500-4210-A167-10E49A1A91A1}" srcOrd="1" destOrd="0" presId="urn:microsoft.com/office/officeart/2005/8/layout/hProcess11"/>
    <dgm:cxn modelId="{E61A4A23-F6E5-4A15-825B-DE3405284350}" type="presParOf" srcId="{E7639998-305E-43CC-A08E-537FC6A2A8C1}" destId="{CBE08362-30D3-41C4-BF86-A3545CAED5D5}" srcOrd="2" destOrd="0" presId="urn:microsoft.com/office/officeart/2005/8/layout/hProcess11"/>
    <dgm:cxn modelId="{D597EA9A-B377-490F-8BE7-34E0AE876D1C}" type="presParOf" srcId="{CCF25251-EB14-4AF8-BF07-B86F6ABBDBF1}" destId="{E1C37F12-F71B-45C7-9917-B06A4EAE99D1}" srcOrd="5" destOrd="0" presId="urn:microsoft.com/office/officeart/2005/8/layout/hProcess11"/>
    <dgm:cxn modelId="{A20311C2-0DD7-4B13-A6A5-A832A93F4728}" type="presParOf" srcId="{CCF25251-EB14-4AF8-BF07-B86F6ABBDBF1}" destId="{613CDE4A-121C-4003-BDF8-EB4A3DE31DC2}" srcOrd="6" destOrd="0" presId="urn:microsoft.com/office/officeart/2005/8/layout/hProcess11"/>
    <dgm:cxn modelId="{9217C2FF-5E4C-4B2A-8434-3E34938540B3}" type="presParOf" srcId="{613CDE4A-121C-4003-BDF8-EB4A3DE31DC2}" destId="{E89F8ECE-50CB-4526-87AA-FB5C4792E787}" srcOrd="0" destOrd="0" presId="urn:microsoft.com/office/officeart/2005/8/layout/hProcess11"/>
    <dgm:cxn modelId="{CCBD03E6-126F-422A-98F0-0C9F769F59D4}" type="presParOf" srcId="{613CDE4A-121C-4003-BDF8-EB4A3DE31DC2}" destId="{573D545B-626B-48A1-8395-FC471884FE1B}" srcOrd="1" destOrd="0" presId="urn:microsoft.com/office/officeart/2005/8/layout/hProcess11"/>
    <dgm:cxn modelId="{2407DE27-DBE4-4023-A8AE-5305E085B40F}" type="presParOf" srcId="{613CDE4A-121C-4003-BDF8-EB4A3DE31DC2}" destId="{5B067557-27CF-443A-8C95-13BC5F5AAC53}" srcOrd="2" destOrd="0" presId="urn:microsoft.com/office/officeart/2005/8/layout/hProcess11"/>
    <dgm:cxn modelId="{D14A9B9D-54C8-4819-BE43-0B8A7270B899}" type="presParOf" srcId="{CCF25251-EB14-4AF8-BF07-B86F6ABBDBF1}" destId="{EEFA16FE-772B-4CBE-83DD-6F06C3C33AA4}" srcOrd="7" destOrd="0" presId="urn:microsoft.com/office/officeart/2005/8/layout/hProcess11"/>
    <dgm:cxn modelId="{314B5BE2-5A4F-49F0-97E2-EB7CACB2D2AF}" type="presParOf" srcId="{CCF25251-EB14-4AF8-BF07-B86F6ABBDBF1}" destId="{C4E94228-C4CF-42C4-A32B-0AEDBE55DB0E}" srcOrd="8" destOrd="0" presId="urn:microsoft.com/office/officeart/2005/8/layout/hProcess11"/>
    <dgm:cxn modelId="{169904F8-9818-44F3-A3EE-C143E45DECB8}" type="presParOf" srcId="{C4E94228-C4CF-42C4-A32B-0AEDBE55DB0E}" destId="{9D2EF61F-8EE6-473A-B494-2C60FD6B719E}" srcOrd="0" destOrd="0" presId="urn:microsoft.com/office/officeart/2005/8/layout/hProcess11"/>
    <dgm:cxn modelId="{F3899F3F-2B05-473C-B642-59BEB8910B53}" type="presParOf" srcId="{C4E94228-C4CF-42C4-A32B-0AEDBE55DB0E}" destId="{9F2C689E-C209-4FD4-8FF8-60D17698189C}" srcOrd="1" destOrd="0" presId="urn:microsoft.com/office/officeart/2005/8/layout/hProcess11"/>
    <dgm:cxn modelId="{9A2A5D9A-7927-442D-9C99-D0CFB243B7BA}" type="presParOf" srcId="{C4E94228-C4CF-42C4-A32B-0AEDBE55DB0E}" destId="{FB229B95-CE7A-4D94-A1F6-B5F13EB8EB19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A48370-269D-4D5F-9860-CB93EAEF2B97}">
      <dsp:nvSpPr>
        <dsp:cNvPr id="0" name=""/>
        <dsp:cNvSpPr/>
      </dsp:nvSpPr>
      <dsp:spPr>
        <a:xfrm>
          <a:off x="0" y="740146"/>
          <a:ext cx="8651392" cy="986862"/>
        </a:xfrm>
        <a:prstGeom prst="notched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B31536-17A9-444B-BF49-7BFDA4C1885E}">
      <dsp:nvSpPr>
        <dsp:cNvPr id="0" name=""/>
        <dsp:cNvSpPr/>
      </dsp:nvSpPr>
      <dsp:spPr>
        <a:xfrm>
          <a:off x="3421" y="0"/>
          <a:ext cx="1496040" cy="986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b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Load files</a:t>
          </a:r>
        </a:p>
      </dsp:txBody>
      <dsp:txXfrm>
        <a:off x="3421" y="0"/>
        <a:ext cx="1496040" cy="986862"/>
      </dsp:txXfrm>
    </dsp:sp>
    <dsp:sp modelId="{C29B085E-F4D8-41A9-8486-803CFC239B85}">
      <dsp:nvSpPr>
        <dsp:cNvPr id="0" name=""/>
        <dsp:cNvSpPr/>
      </dsp:nvSpPr>
      <dsp:spPr>
        <a:xfrm>
          <a:off x="628084" y="1110220"/>
          <a:ext cx="246715" cy="24671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91992D-2A02-4195-90C2-099C46303C5D}">
      <dsp:nvSpPr>
        <dsp:cNvPr id="0" name=""/>
        <dsp:cNvSpPr/>
      </dsp:nvSpPr>
      <dsp:spPr>
        <a:xfrm>
          <a:off x="1574263" y="1480293"/>
          <a:ext cx="1496040" cy="986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Add metadata</a:t>
          </a:r>
        </a:p>
      </dsp:txBody>
      <dsp:txXfrm>
        <a:off x="1574263" y="1480293"/>
        <a:ext cx="1496040" cy="986862"/>
      </dsp:txXfrm>
    </dsp:sp>
    <dsp:sp modelId="{7E0EF8A6-36B2-4408-AAF0-0A50BA732389}">
      <dsp:nvSpPr>
        <dsp:cNvPr id="0" name=""/>
        <dsp:cNvSpPr/>
      </dsp:nvSpPr>
      <dsp:spPr>
        <a:xfrm>
          <a:off x="2198926" y="1110220"/>
          <a:ext cx="246715" cy="24671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843B32-BF12-414C-9520-F88D7F143200}">
      <dsp:nvSpPr>
        <dsp:cNvPr id="0" name=""/>
        <dsp:cNvSpPr/>
      </dsp:nvSpPr>
      <dsp:spPr>
        <a:xfrm>
          <a:off x="3145106" y="0"/>
          <a:ext cx="1496040" cy="986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b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Split to chunks</a:t>
          </a:r>
        </a:p>
      </dsp:txBody>
      <dsp:txXfrm>
        <a:off x="3145106" y="0"/>
        <a:ext cx="1496040" cy="986862"/>
      </dsp:txXfrm>
    </dsp:sp>
    <dsp:sp modelId="{7195A7AB-99D9-4C33-9270-9AE4997E3F74}">
      <dsp:nvSpPr>
        <dsp:cNvPr id="0" name=""/>
        <dsp:cNvSpPr/>
      </dsp:nvSpPr>
      <dsp:spPr>
        <a:xfrm>
          <a:off x="3769768" y="1110220"/>
          <a:ext cx="246715" cy="24671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3B1777-77CB-4F3E-852C-C9D7367F0889}">
      <dsp:nvSpPr>
        <dsp:cNvPr id="0" name=""/>
        <dsp:cNvSpPr/>
      </dsp:nvSpPr>
      <dsp:spPr>
        <a:xfrm>
          <a:off x="4715948" y="1480293"/>
          <a:ext cx="1496040" cy="986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Generate embeddings</a:t>
          </a:r>
        </a:p>
      </dsp:txBody>
      <dsp:txXfrm>
        <a:off x="4715948" y="1480293"/>
        <a:ext cx="1496040" cy="986862"/>
      </dsp:txXfrm>
    </dsp:sp>
    <dsp:sp modelId="{04241C8C-6D9D-412E-A54D-F666E3B3A2F4}">
      <dsp:nvSpPr>
        <dsp:cNvPr id="0" name=""/>
        <dsp:cNvSpPr/>
      </dsp:nvSpPr>
      <dsp:spPr>
        <a:xfrm>
          <a:off x="5340610" y="1110220"/>
          <a:ext cx="246715" cy="24671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12DF5B-BCA3-4ACF-8D4C-5EA73654CE6A}">
      <dsp:nvSpPr>
        <dsp:cNvPr id="0" name=""/>
        <dsp:cNvSpPr/>
      </dsp:nvSpPr>
      <dsp:spPr>
        <a:xfrm>
          <a:off x="6286790" y="0"/>
          <a:ext cx="1496040" cy="986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b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Store embeddings</a:t>
          </a:r>
        </a:p>
      </dsp:txBody>
      <dsp:txXfrm>
        <a:off x="6286790" y="0"/>
        <a:ext cx="1496040" cy="986862"/>
      </dsp:txXfrm>
    </dsp:sp>
    <dsp:sp modelId="{3FD46261-F201-4B4E-96BD-E02741B64DA9}">
      <dsp:nvSpPr>
        <dsp:cNvPr id="0" name=""/>
        <dsp:cNvSpPr/>
      </dsp:nvSpPr>
      <dsp:spPr>
        <a:xfrm>
          <a:off x="6911453" y="1110220"/>
          <a:ext cx="246715" cy="246715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A48370-269D-4D5F-9860-CB93EAEF2B97}">
      <dsp:nvSpPr>
        <dsp:cNvPr id="0" name=""/>
        <dsp:cNvSpPr/>
      </dsp:nvSpPr>
      <dsp:spPr>
        <a:xfrm>
          <a:off x="0" y="740146"/>
          <a:ext cx="8651392" cy="986862"/>
        </a:xfrm>
        <a:prstGeom prst="notched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B31536-17A9-444B-BF49-7BFDA4C1885E}">
      <dsp:nvSpPr>
        <dsp:cNvPr id="0" name=""/>
        <dsp:cNvSpPr/>
      </dsp:nvSpPr>
      <dsp:spPr>
        <a:xfrm>
          <a:off x="3421" y="0"/>
          <a:ext cx="1496040" cy="986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35128" rIns="135128" bIns="135128" numCol="1" spcCol="1270" anchor="b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Load FAISS</a:t>
          </a:r>
        </a:p>
      </dsp:txBody>
      <dsp:txXfrm>
        <a:off x="3421" y="0"/>
        <a:ext cx="1496040" cy="986862"/>
      </dsp:txXfrm>
    </dsp:sp>
    <dsp:sp modelId="{C29B085E-F4D8-41A9-8486-803CFC239B85}">
      <dsp:nvSpPr>
        <dsp:cNvPr id="0" name=""/>
        <dsp:cNvSpPr/>
      </dsp:nvSpPr>
      <dsp:spPr>
        <a:xfrm>
          <a:off x="628084" y="1110220"/>
          <a:ext cx="246715" cy="24671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0C75F7-F303-43D1-9563-389CCAEC5E7D}">
      <dsp:nvSpPr>
        <dsp:cNvPr id="0" name=""/>
        <dsp:cNvSpPr/>
      </dsp:nvSpPr>
      <dsp:spPr>
        <a:xfrm>
          <a:off x="1574263" y="1480293"/>
          <a:ext cx="1496040" cy="986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35128" rIns="135128" bIns="135128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Similarity Search</a:t>
          </a:r>
        </a:p>
      </dsp:txBody>
      <dsp:txXfrm>
        <a:off x="1574263" y="1480293"/>
        <a:ext cx="1496040" cy="986862"/>
      </dsp:txXfrm>
    </dsp:sp>
    <dsp:sp modelId="{2FAE855A-F26F-40D9-8B29-1CE76200923E}">
      <dsp:nvSpPr>
        <dsp:cNvPr id="0" name=""/>
        <dsp:cNvSpPr/>
      </dsp:nvSpPr>
      <dsp:spPr>
        <a:xfrm>
          <a:off x="2198926" y="1110220"/>
          <a:ext cx="246715" cy="24671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49081E-5199-4991-9CD3-D5AD36C73E6B}">
      <dsp:nvSpPr>
        <dsp:cNvPr id="0" name=""/>
        <dsp:cNvSpPr/>
      </dsp:nvSpPr>
      <dsp:spPr>
        <a:xfrm>
          <a:off x="3145106" y="0"/>
          <a:ext cx="1496040" cy="986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35128" rIns="135128" bIns="135128" numCol="1" spcCol="1270" anchor="b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Top 4 Documents</a:t>
          </a:r>
        </a:p>
      </dsp:txBody>
      <dsp:txXfrm>
        <a:off x="3145106" y="0"/>
        <a:ext cx="1496040" cy="986862"/>
      </dsp:txXfrm>
    </dsp:sp>
    <dsp:sp modelId="{AF9BC1FA-9726-4679-A803-EE1275FA84B3}">
      <dsp:nvSpPr>
        <dsp:cNvPr id="0" name=""/>
        <dsp:cNvSpPr/>
      </dsp:nvSpPr>
      <dsp:spPr>
        <a:xfrm>
          <a:off x="3769768" y="1110220"/>
          <a:ext cx="246715" cy="24671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D9C754-8153-4FCF-A436-C96EDD54A97A}">
      <dsp:nvSpPr>
        <dsp:cNvPr id="0" name=""/>
        <dsp:cNvSpPr/>
      </dsp:nvSpPr>
      <dsp:spPr>
        <a:xfrm>
          <a:off x="4715948" y="1480293"/>
          <a:ext cx="1496040" cy="986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35128" rIns="135128" bIns="135128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Retrieve Metadata</a:t>
          </a:r>
        </a:p>
      </dsp:txBody>
      <dsp:txXfrm>
        <a:off x="4715948" y="1480293"/>
        <a:ext cx="1496040" cy="986862"/>
      </dsp:txXfrm>
    </dsp:sp>
    <dsp:sp modelId="{46010FCE-E7A8-4520-8EE9-ADED92F4467D}">
      <dsp:nvSpPr>
        <dsp:cNvPr id="0" name=""/>
        <dsp:cNvSpPr/>
      </dsp:nvSpPr>
      <dsp:spPr>
        <a:xfrm>
          <a:off x="5340610" y="1110220"/>
          <a:ext cx="246715" cy="24671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A9F41F-4FD7-41A4-BC55-102538C31FED}">
      <dsp:nvSpPr>
        <dsp:cNvPr id="0" name=""/>
        <dsp:cNvSpPr/>
      </dsp:nvSpPr>
      <dsp:spPr>
        <a:xfrm>
          <a:off x="6286790" y="0"/>
          <a:ext cx="1496040" cy="986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35128" rIns="135128" bIns="135128" numCol="1" spcCol="1270" anchor="b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Pass info to LLM</a:t>
          </a:r>
        </a:p>
      </dsp:txBody>
      <dsp:txXfrm>
        <a:off x="6286790" y="0"/>
        <a:ext cx="1496040" cy="986862"/>
      </dsp:txXfrm>
    </dsp:sp>
    <dsp:sp modelId="{F2059671-E350-41D5-A13D-6101138B3C5C}">
      <dsp:nvSpPr>
        <dsp:cNvPr id="0" name=""/>
        <dsp:cNvSpPr/>
      </dsp:nvSpPr>
      <dsp:spPr>
        <a:xfrm>
          <a:off x="6911453" y="1110220"/>
          <a:ext cx="246715" cy="246715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A48370-269D-4D5F-9860-CB93EAEF2B97}">
      <dsp:nvSpPr>
        <dsp:cNvPr id="0" name=""/>
        <dsp:cNvSpPr/>
      </dsp:nvSpPr>
      <dsp:spPr>
        <a:xfrm>
          <a:off x="0" y="740146"/>
          <a:ext cx="8651392" cy="986862"/>
        </a:xfrm>
        <a:prstGeom prst="notched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B31536-17A9-444B-BF49-7BFDA4C1885E}">
      <dsp:nvSpPr>
        <dsp:cNvPr id="0" name=""/>
        <dsp:cNvSpPr/>
      </dsp:nvSpPr>
      <dsp:spPr>
        <a:xfrm>
          <a:off x="3421" y="0"/>
          <a:ext cx="1496040" cy="986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Load Vector Store</a:t>
          </a:r>
        </a:p>
      </dsp:txBody>
      <dsp:txXfrm>
        <a:off x="3421" y="0"/>
        <a:ext cx="1496040" cy="986862"/>
      </dsp:txXfrm>
    </dsp:sp>
    <dsp:sp modelId="{C29B085E-F4D8-41A9-8486-803CFC239B85}">
      <dsp:nvSpPr>
        <dsp:cNvPr id="0" name=""/>
        <dsp:cNvSpPr/>
      </dsp:nvSpPr>
      <dsp:spPr>
        <a:xfrm>
          <a:off x="628084" y="1110220"/>
          <a:ext cx="246715" cy="24671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DEFD57-A71A-42EB-9848-8AABDB06858D}">
      <dsp:nvSpPr>
        <dsp:cNvPr id="0" name=""/>
        <dsp:cNvSpPr/>
      </dsp:nvSpPr>
      <dsp:spPr>
        <a:xfrm>
          <a:off x="1574263" y="1480293"/>
          <a:ext cx="1496040" cy="986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Initialize </a:t>
          </a:r>
          <a:r>
            <a:rPr lang="en-US" sz="1800" kern="1200" dirty="0"/>
            <a:t>LLM</a:t>
          </a:r>
        </a:p>
      </dsp:txBody>
      <dsp:txXfrm>
        <a:off x="1574263" y="1480293"/>
        <a:ext cx="1496040" cy="986862"/>
      </dsp:txXfrm>
    </dsp:sp>
    <dsp:sp modelId="{CDF8FDA5-B976-4145-B55D-FFE91A5967C7}">
      <dsp:nvSpPr>
        <dsp:cNvPr id="0" name=""/>
        <dsp:cNvSpPr/>
      </dsp:nvSpPr>
      <dsp:spPr>
        <a:xfrm>
          <a:off x="2198926" y="1110220"/>
          <a:ext cx="246715" cy="24671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88EB7F-85AD-438C-AE4E-7D951F10F48D}">
      <dsp:nvSpPr>
        <dsp:cNvPr id="0" name=""/>
        <dsp:cNvSpPr/>
      </dsp:nvSpPr>
      <dsp:spPr>
        <a:xfrm>
          <a:off x="3145106" y="0"/>
          <a:ext cx="1496040" cy="986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Set up RAG Chain</a:t>
          </a:r>
        </a:p>
      </dsp:txBody>
      <dsp:txXfrm>
        <a:off x="3145106" y="0"/>
        <a:ext cx="1496040" cy="986862"/>
      </dsp:txXfrm>
    </dsp:sp>
    <dsp:sp modelId="{2FBD152B-C500-4210-A167-10E49A1A91A1}">
      <dsp:nvSpPr>
        <dsp:cNvPr id="0" name=""/>
        <dsp:cNvSpPr/>
      </dsp:nvSpPr>
      <dsp:spPr>
        <a:xfrm>
          <a:off x="3769768" y="1110220"/>
          <a:ext cx="246715" cy="24671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9F8ECE-50CB-4526-87AA-FB5C4792E787}">
      <dsp:nvSpPr>
        <dsp:cNvPr id="0" name=""/>
        <dsp:cNvSpPr/>
      </dsp:nvSpPr>
      <dsp:spPr>
        <a:xfrm>
          <a:off x="4715948" y="1480293"/>
          <a:ext cx="1496040" cy="986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Ask &amp; Retrieve</a:t>
          </a:r>
        </a:p>
      </dsp:txBody>
      <dsp:txXfrm>
        <a:off x="4715948" y="1480293"/>
        <a:ext cx="1496040" cy="986862"/>
      </dsp:txXfrm>
    </dsp:sp>
    <dsp:sp modelId="{573D545B-626B-48A1-8395-FC471884FE1B}">
      <dsp:nvSpPr>
        <dsp:cNvPr id="0" name=""/>
        <dsp:cNvSpPr/>
      </dsp:nvSpPr>
      <dsp:spPr>
        <a:xfrm>
          <a:off x="5340610" y="1110220"/>
          <a:ext cx="246715" cy="24671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2EF61F-8EE6-473A-B494-2C60FD6B719E}">
      <dsp:nvSpPr>
        <dsp:cNvPr id="0" name=""/>
        <dsp:cNvSpPr/>
      </dsp:nvSpPr>
      <dsp:spPr>
        <a:xfrm>
          <a:off x="6286790" y="0"/>
          <a:ext cx="1496040" cy="986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Answer &amp; Sources</a:t>
          </a:r>
        </a:p>
      </dsp:txBody>
      <dsp:txXfrm>
        <a:off x="6286790" y="0"/>
        <a:ext cx="1496040" cy="986862"/>
      </dsp:txXfrm>
    </dsp:sp>
    <dsp:sp modelId="{9F2C689E-C209-4FD4-8FF8-60D17698189C}">
      <dsp:nvSpPr>
        <dsp:cNvPr id="0" name=""/>
        <dsp:cNvSpPr/>
      </dsp:nvSpPr>
      <dsp:spPr>
        <a:xfrm>
          <a:off x="6911453" y="1110220"/>
          <a:ext cx="246715" cy="246715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4ec46b2c8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4ec46b2c8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8d062f6ed6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8d062f6ed6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141108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>
          <a:extLst>
            <a:ext uri="{FF2B5EF4-FFF2-40B4-BE49-F238E27FC236}">
              <a16:creationId xmlns:a16="http://schemas.microsoft.com/office/drawing/2014/main" id="{5EB79ED9-B10B-9ADA-BFB4-277955D95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8d062f6ed6_0_112:notes">
            <a:extLst>
              <a:ext uri="{FF2B5EF4-FFF2-40B4-BE49-F238E27FC236}">
                <a16:creationId xmlns:a16="http://schemas.microsoft.com/office/drawing/2014/main" id="{B7B995D6-B40D-0D32-5262-0893C85D77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8d062f6ed6_0_112:notes">
            <a:extLst>
              <a:ext uri="{FF2B5EF4-FFF2-40B4-BE49-F238E27FC236}">
                <a16:creationId xmlns:a16="http://schemas.microsoft.com/office/drawing/2014/main" id="{281AA56C-AB87-E9CA-5D4F-00C259159C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55133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>
          <a:extLst>
            <a:ext uri="{FF2B5EF4-FFF2-40B4-BE49-F238E27FC236}">
              <a16:creationId xmlns:a16="http://schemas.microsoft.com/office/drawing/2014/main" id="{5E852C0D-5ECF-86BA-EF0A-1124519ED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8d062f6ed6_0_112:notes">
            <a:extLst>
              <a:ext uri="{FF2B5EF4-FFF2-40B4-BE49-F238E27FC236}">
                <a16:creationId xmlns:a16="http://schemas.microsoft.com/office/drawing/2014/main" id="{E7AE4534-8C71-C142-2173-A81F2D5C5C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8d062f6ed6_0_112:notes">
            <a:extLst>
              <a:ext uri="{FF2B5EF4-FFF2-40B4-BE49-F238E27FC236}">
                <a16:creationId xmlns:a16="http://schemas.microsoft.com/office/drawing/2014/main" id="{A32F0265-4CE3-F9D5-E119-D86293AA11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265675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>
          <a:extLst>
            <a:ext uri="{FF2B5EF4-FFF2-40B4-BE49-F238E27FC236}">
              <a16:creationId xmlns:a16="http://schemas.microsoft.com/office/drawing/2014/main" id="{43396AAE-AE8D-C0E9-4B5A-53A5652B7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8d062f6ed6_0_112:notes">
            <a:extLst>
              <a:ext uri="{FF2B5EF4-FFF2-40B4-BE49-F238E27FC236}">
                <a16:creationId xmlns:a16="http://schemas.microsoft.com/office/drawing/2014/main" id="{89B37601-8385-B8F4-EA5F-AD4BF0F7C8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8d062f6ed6_0_112:notes">
            <a:extLst>
              <a:ext uri="{FF2B5EF4-FFF2-40B4-BE49-F238E27FC236}">
                <a16:creationId xmlns:a16="http://schemas.microsoft.com/office/drawing/2014/main" id="{86E4D4F1-FA79-BE0E-C471-CA4C869F10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45475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>
          <a:extLst>
            <a:ext uri="{FF2B5EF4-FFF2-40B4-BE49-F238E27FC236}">
              <a16:creationId xmlns:a16="http://schemas.microsoft.com/office/drawing/2014/main" id="{65C06CD3-33BF-86E6-BDA2-5CD8B7518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8d062f6ed6_0_112:notes">
            <a:extLst>
              <a:ext uri="{FF2B5EF4-FFF2-40B4-BE49-F238E27FC236}">
                <a16:creationId xmlns:a16="http://schemas.microsoft.com/office/drawing/2014/main" id="{3D5A7A95-EBC3-0098-16BA-5FC32AF808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8d062f6ed6_0_112:notes">
            <a:extLst>
              <a:ext uri="{FF2B5EF4-FFF2-40B4-BE49-F238E27FC236}">
                <a16:creationId xmlns:a16="http://schemas.microsoft.com/office/drawing/2014/main" id="{F23CFE6F-9CA4-4BFA-BCC5-4CF7E16249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09016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>
          <a:extLst>
            <a:ext uri="{FF2B5EF4-FFF2-40B4-BE49-F238E27FC236}">
              <a16:creationId xmlns:a16="http://schemas.microsoft.com/office/drawing/2014/main" id="{FD200207-9B34-7FA0-0061-012D52AA6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8d062f6ed6_0_112:notes">
            <a:extLst>
              <a:ext uri="{FF2B5EF4-FFF2-40B4-BE49-F238E27FC236}">
                <a16:creationId xmlns:a16="http://schemas.microsoft.com/office/drawing/2014/main" id="{3A5AE856-F650-BE43-04FF-938B90CECB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8d062f6ed6_0_112:notes">
            <a:extLst>
              <a:ext uri="{FF2B5EF4-FFF2-40B4-BE49-F238E27FC236}">
                <a16:creationId xmlns:a16="http://schemas.microsoft.com/office/drawing/2014/main" id="{35FEE51A-DFBE-F70F-908B-4621754F0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22356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>
          <a:extLst>
            <a:ext uri="{FF2B5EF4-FFF2-40B4-BE49-F238E27FC236}">
              <a16:creationId xmlns:a16="http://schemas.microsoft.com/office/drawing/2014/main" id="{038FD8C4-DCF5-542E-26E3-DB64586F9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8d062f6ed6_0_112:notes">
            <a:extLst>
              <a:ext uri="{FF2B5EF4-FFF2-40B4-BE49-F238E27FC236}">
                <a16:creationId xmlns:a16="http://schemas.microsoft.com/office/drawing/2014/main" id="{CB8567E8-DFCC-DB2F-8764-6F29A02486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8d062f6ed6_0_112:notes">
            <a:extLst>
              <a:ext uri="{FF2B5EF4-FFF2-40B4-BE49-F238E27FC236}">
                <a16:creationId xmlns:a16="http://schemas.microsoft.com/office/drawing/2014/main" id="{B03EC05F-54DA-1D6F-AEA0-B479CCE2D4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48734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>
          <a:extLst>
            <a:ext uri="{FF2B5EF4-FFF2-40B4-BE49-F238E27FC236}">
              <a16:creationId xmlns:a16="http://schemas.microsoft.com/office/drawing/2014/main" id="{2F67BF77-800E-4DB9-C06A-E132F5EAB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8d062f6ed6_0_112:notes">
            <a:extLst>
              <a:ext uri="{FF2B5EF4-FFF2-40B4-BE49-F238E27FC236}">
                <a16:creationId xmlns:a16="http://schemas.microsoft.com/office/drawing/2014/main" id="{AFF1B16E-CF1C-66A7-B0CF-73A9CA1BD5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8d062f6ed6_0_112:notes">
            <a:extLst>
              <a:ext uri="{FF2B5EF4-FFF2-40B4-BE49-F238E27FC236}">
                <a16:creationId xmlns:a16="http://schemas.microsoft.com/office/drawing/2014/main" id="{87C2D8E0-E4E2-34C9-E67B-AE06A260EF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56354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8d3853fd38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8d3853fd38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0" y="1083800"/>
            <a:ext cx="4686300" cy="14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062650" y="3611825"/>
            <a:ext cx="1357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edium"/>
              <a:buNone/>
              <a:defRPr sz="12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buNone/>
              <a:defRPr/>
            </a:lvl1pPr>
            <a:lvl2pPr lvl="1" algn="l">
              <a:buNone/>
              <a:defRPr/>
            </a:lvl2pPr>
            <a:lvl3pPr lvl="2" algn="l">
              <a:buNone/>
              <a:defRPr/>
            </a:lvl3pPr>
            <a:lvl4pPr lvl="3" algn="l">
              <a:buNone/>
              <a:defRPr/>
            </a:lvl4pPr>
            <a:lvl5pPr lvl="4" algn="l">
              <a:buNone/>
              <a:defRPr/>
            </a:lvl5pPr>
            <a:lvl6pPr lvl="5" algn="l">
              <a:buNone/>
              <a:defRPr/>
            </a:lvl6pPr>
            <a:lvl7pPr lvl="6" algn="l">
              <a:buNone/>
              <a:defRPr/>
            </a:lvl7pPr>
            <a:lvl8pPr lvl="7" algn="l">
              <a:buNone/>
              <a:defRPr/>
            </a:lvl8pPr>
            <a:lvl9pPr lvl="8" algn="l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>
  <p:cSld name="TITLE_1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68519" y="-181425"/>
            <a:ext cx="9452196" cy="5324926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" name="Google Shape;16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725" y="4305900"/>
            <a:ext cx="2191174" cy="58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6725" y="4305900"/>
            <a:ext cx="2191226" cy="58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" name="Google Shape;20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99" cy="5150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4"/>
          <p:cNvPicPr preferRelativeResize="0"/>
          <p:nvPr/>
        </p:nvPicPr>
        <p:blipFill rotWithShape="1">
          <a:blip r:embed="rId3">
            <a:alphaModFix/>
          </a:blip>
          <a:srcRect t="179" b="189"/>
          <a:stretch/>
        </p:blipFill>
        <p:spPr>
          <a:xfrm>
            <a:off x="-95459" y="0"/>
            <a:ext cx="9334921" cy="5231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5" name="Google Shape;55;p1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292728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image" Target="../media/image19.png"/><Relationship Id="rId18" Type="http://schemas.openxmlformats.org/officeDocument/2006/relationships/image" Target="../media/image2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svg"/><Relationship Id="rId17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2.svg"/><Relationship Id="rId20" Type="http://schemas.openxmlformats.org/officeDocument/2006/relationships/image" Target="../media/image26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svg"/><Relationship Id="rId19" Type="http://schemas.openxmlformats.org/officeDocument/2006/relationships/image" Target="../media/image25.png"/><Relationship Id="rId4" Type="http://schemas.openxmlformats.org/officeDocument/2006/relationships/image" Target="../media/image10.svg"/><Relationship Id="rId9" Type="http://schemas.openxmlformats.org/officeDocument/2006/relationships/image" Target="../media/image15.png"/><Relationship Id="rId14" Type="http://schemas.openxmlformats.org/officeDocument/2006/relationships/image" Target="../media/image20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/>
        </p:nvSpPr>
        <p:spPr>
          <a:xfrm>
            <a:off x="247194" y="689716"/>
            <a:ext cx="7611469" cy="29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6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 Simple RAG System </a:t>
            </a:r>
          </a:p>
          <a:p>
            <a:pPr lvl="0"/>
            <a:endParaRPr lang="en-US" sz="36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Roboto"/>
            </a:endParaRPr>
          </a:p>
          <a:p>
            <a:pPr lvl="0"/>
            <a:r>
              <a:rPr lang="en-US" sz="3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for</a:t>
            </a:r>
            <a:br>
              <a:rPr lang="en" sz="3600" b="1" dirty="0">
                <a:solidFill>
                  <a:srgbClr val="29272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</a:br>
            <a:endParaRPr lang="en" sz="3600" b="1" dirty="0">
              <a:solidFill>
                <a:srgbClr val="29272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Roboto"/>
            </a:endParaRPr>
          </a:p>
          <a:p>
            <a:pPr lvl="0"/>
            <a:r>
              <a:rPr lang="en-US" sz="3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Holberton School Knowledge Base</a:t>
            </a:r>
            <a:endParaRPr lang="en" sz="3600" b="1" dirty="0">
              <a:solidFill>
                <a:srgbClr val="29272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Roboto"/>
            </a:endParaRPr>
          </a:p>
        </p:txBody>
      </p:sp>
      <p:sp>
        <p:nvSpPr>
          <p:cNvPr id="64" name="Google Shape;64;p15"/>
          <p:cNvSpPr txBox="1"/>
          <p:nvPr/>
        </p:nvSpPr>
        <p:spPr>
          <a:xfrm>
            <a:off x="7020500" y="4581086"/>
            <a:ext cx="21235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F0F0F5"/>
                </a:solidFill>
                <a:latin typeface="Roboto Medium"/>
                <a:ea typeface="Roboto Medium"/>
                <a:cs typeface="Roboto Medium"/>
                <a:sym typeface="Roboto Medium"/>
              </a:rPr>
              <a:t>Code to success</a:t>
            </a:r>
            <a:endParaRPr sz="1600" dirty="0">
              <a:solidFill>
                <a:srgbClr val="F0F0F5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3BF9E3-9AEB-06AC-BB43-EF349C9936C2}"/>
              </a:ext>
            </a:extLst>
          </p:cNvPr>
          <p:cNvSpPr txBox="1"/>
          <p:nvPr/>
        </p:nvSpPr>
        <p:spPr>
          <a:xfrm>
            <a:off x="2294627" y="2326206"/>
            <a:ext cx="47272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effectLst/>
              </a:rPr>
              <a:t> 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74BE26-F746-EA22-DF29-91CF6F75F1CF}"/>
              </a:ext>
            </a:extLst>
          </p:cNvPr>
          <p:cNvSpPr txBox="1"/>
          <p:nvPr/>
        </p:nvSpPr>
        <p:spPr>
          <a:xfrm>
            <a:off x="2294627" y="2326206"/>
            <a:ext cx="47272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effectLst/>
              </a:rPr>
              <a:t> 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/>
          <p:cNvSpPr txBox="1"/>
          <p:nvPr/>
        </p:nvSpPr>
        <p:spPr>
          <a:xfrm>
            <a:off x="447525" y="271950"/>
            <a:ext cx="8569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292728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Medium"/>
                <a:sym typeface="Roboto Medium"/>
              </a:rPr>
              <a:t>Project’s Goal</a:t>
            </a:r>
            <a:endParaRPr kumimoji="0" sz="2400" b="1" i="0" u="none" strike="noStrike" kern="0" cap="none" spc="0" normalizeH="0" baseline="0" noProof="0" dirty="0">
              <a:ln>
                <a:noFill/>
              </a:ln>
              <a:solidFill>
                <a:srgbClr val="292728"/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Roboto Medium"/>
              <a:sym typeface="Roboto Medium"/>
            </a:endParaRPr>
          </a:p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167" name="Google Shape;167;p28"/>
          <p:cNvCxnSpPr/>
          <p:nvPr/>
        </p:nvCxnSpPr>
        <p:spPr>
          <a:xfrm>
            <a:off x="359850" y="303150"/>
            <a:ext cx="0" cy="331200"/>
          </a:xfrm>
          <a:prstGeom prst="straightConnector1">
            <a:avLst/>
          </a:prstGeom>
          <a:noFill/>
          <a:ln w="38100" cap="flat" cmpd="sng">
            <a:solidFill>
              <a:srgbClr val="E1003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8" name="Google Shape;168;p28"/>
          <p:cNvCxnSpPr/>
          <p:nvPr/>
        </p:nvCxnSpPr>
        <p:spPr>
          <a:xfrm>
            <a:off x="359850" y="290225"/>
            <a:ext cx="300" cy="495300"/>
          </a:xfrm>
          <a:prstGeom prst="straightConnector1">
            <a:avLst/>
          </a:prstGeom>
          <a:noFill/>
          <a:ln w="38100" cap="flat" cmpd="sng">
            <a:solidFill>
              <a:srgbClr val="E1003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Google Shape;83;p18">
            <a:extLst>
              <a:ext uri="{FF2B5EF4-FFF2-40B4-BE49-F238E27FC236}">
                <a16:creationId xmlns:a16="http://schemas.microsoft.com/office/drawing/2014/main" id="{A013BB02-246A-1392-4D05-A95FFBD62D00}"/>
              </a:ext>
            </a:extLst>
          </p:cNvPr>
          <p:cNvSpPr txBox="1"/>
          <p:nvPr/>
        </p:nvSpPr>
        <p:spPr>
          <a:xfrm>
            <a:off x="477687" y="909876"/>
            <a:ext cx="8188626" cy="947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01600" marR="0" lvl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000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FF"/>
                </a:highlight>
                <a:uLnTx/>
                <a:uFillTx/>
                <a:latin typeface="Roboto Light"/>
                <a:ea typeface="Roboto Light"/>
                <a:cs typeface="Roboto Light"/>
                <a:sym typeface="Roboto Light"/>
              </a:rPr>
              <a:t>“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FF"/>
                </a:highlight>
                <a:uLnTx/>
                <a:uFillTx/>
                <a:latin typeface="Roboto Light"/>
                <a:ea typeface="Roboto Light"/>
                <a:cs typeface="Roboto Light"/>
                <a:sym typeface="Roboto Light"/>
              </a:rPr>
              <a:t>Build a chatbot that answers questions </a:t>
            </a:r>
            <a:b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FF"/>
                </a:highlight>
                <a:uLnTx/>
                <a:uFillTx/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FF"/>
                </a:highlight>
                <a:uLnTx/>
                <a:uFillTx/>
                <a:latin typeface="Roboto Light"/>
                <a:ea typeface="Roboto Light"/>
                <a:cs typeface="Roboto Light"/>
                <a:sym typeface="Roboto Light"/>
              </a:rPr>
              <a:t>using Holberton documentation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FF"/>
                </a:highlight>
                <a:uLnTx/>
                <a:uFillTx/>
                <a:latin typeface="Roboto Light"/>
                <a:ea typeface="Roboto Light"/>
                <a:cs typeface="Roboto Light"/>
                <a:sym typeface="Roboto Light"/>
              </a:rPr>
              <a:t>”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highlight>
                <a:srgbClr val="FFFFFF"/>
              </a:highlight>
              <a:uLnTx/>
              <a:uFillTx/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4" name="Graphic 3" descr="Robot outline">
            <a:extLst>
              <a:ext uri="{FF2B5EF4-FFF2-40B4-BE49-F238E27FC236}">
                <a16:creationId xmlns:a16="http://schemas.microsoft.com/office/drawing/2014/main" id="{04904CF6-09D0-27E1-6825-230EE04523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309" y="1003569"/>
            <a:ext cx="760204" cy="760204"/>
          </a:xfrm>
          <a:prstGeom prst="rect">
            <a:avLst/>
          </a:prstGeom>
        </p:spPr>
      </p:pic>
      <p:sp>
        <p:nvSpPr>
          <p:cNvPr id="5" name="Google Shape;88;p18">
            <a:extLst>
              <a:ext uri="{FF2B5EF4-FFF2-40B4-BE49-F238E27FC236}">
                <a16:creationId xmlns:a16="http://schemas.microsoft.com/office/drawing/2014/main" id="{AB00DC2E-D77F-89CB-1220-404B86227BAD}"/>
              </a:ext>
            </a:extLst>
          </p:cNvPr>
          <p:cNvSpPr txBox="1"/>
          <p:nvPr/>
        </p:nvSpPr>
        <p:spPr>
          <a:xfrm>
            <a:off x="232914" y="2376365"/>
            <a:ext cx="5417088" cy="2444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336550">
              <a:lnSpc>
                <a:spcPct val="115000"/>
              </a:lnSpc>
              <a:buClr>
                <a:srgbClr val="FFFFFF"/>
              </a:buClr>
              <a:buSzPts val="1700"/>
              <a:buFont typeface="Arial" panose="020B0604020202020204" pitchFamily="34" charset="0"/>
              <a:buChar char="•"/>
              <a:defRPr/>
            </a:pPr>
            <a:r>
              <a:rPr lang="en-US" sz="1700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Connect chatbot to internal </a:t>
            </a:r>
            <a:br>
              <a:rPr lang="en-US" sz="1700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700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Holberton knowledge sources</a:t>
            </a:r>
          </a:p>
          <a:p>
            <a:pPr marL="457200" indent="-336550">
              <a:lnSpc>
                <a:spcPct val="115000"/>
              </a:lnSpc>
              <a:buClr>
                <a:srgbClr val="FFFFFF"/>
              </a:buClr>
              <a:buSzPts val="1700"/>
              <a:buFont typeface="Arial" panose="020B0604020202020204" pitchFamily="34" charset="0"/>
              <a:buChar char="•"/>
              <a:defRPr/>
            </a:pPr>
            <a:endParaRPr kumimoji="0" lang="en-US" sz="17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boto"/>
              <a:ea typeface="Roboto"/>
              <a:cs typeface="Roboto"/>
              <a:sym typeface="Roboto"/>
            </a:endParaRPr>
          </a:p>
          <a:p>
            <a:pPr marL="457200" indent="-336550">
              <a:lnSpc>
                <a:spcPct val="115000"/>
              </a:lnSpc>
              <a:buClr>
                <a:srgbClr val="FFFFFF"/>
              </a:buClr>
              <a:buSzPts val="1700"/>
              <a:buFont typeface="Arial" panose="020B0604020202020204" pitchFamily="34" charset="0"/>
              <a:buChar char="•"/>
              <a:defRPr/>
            </a:pPr>
            <a:r>
              <a:rPr kumimoji="0" lang="en-US" sz="1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Use smart search to find relevant information</a:t>
            </a:r>
          </a:p>
          <a:p>
            <a:pPr marL="457200" indent="-336550">
              <a:lnSpc>
                <a:spcPct val="115000"/>
              </a:lnSpc>
              <a:buClr>
                <a:srgbClr val="FFFFFF"/>
              </a:buClr>
              <a:buSzPts val="1700"/>
              <a:buFont typeface="Arial" panose="020B0604020202020204" pitchFamily="34" charset="0"/>
              <a:buChar char="•"/>
              <a:defRPr/>
            </a:pPr>
            <a:endParaRPr lang="en-US" sz="1700" dirty="0">
              <a:solidFill>
                <a:schemeClr val="tx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indent="-336550">
              <a:lnSpc>
                <a:spcPct val="115000"/>
              </a:lnSpc>
              <a:buClr>
                <a:srgbClr val="FFFFFF"/>
              </a:buClr>
              <a:buSzPts val="1700"/>
              <a:buFont typeface="Arial" panose="020B0604020202020204" pitchFamily="34" charset="0"/>
              <a:buChar char="•"/>
              <a:defRPr/>
            </a:pPr>
            <a:r>
              <a:rPr kumimoji="0" lang="en-US" sz="1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Generate clear answers based on </a:t>
            </a:r>
            <a:br>
              <a:rPr kumimoji="0" lang="en-US" sz="1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</a:br>
            <a:r>
              <a:rPr kumimoji="0" lang="en-US" sz="1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matched content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CCFD0E5-383B-FA17-14A9-58821296B6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9490" y="2507007"/>
            <a:ext cx="3366823" cy="1726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312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5">
          <a:extLst>
            <a:ext uri="{FF2B5EF4-FFF2-40B4-BE49-F238E27FC236}">
              <a16:creationId xmlns:a16="http://schemas.microsoft.com/office/drawing/2014/main" id="{654B5921-3D58-1D6B-C7A1-D5411B12E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>
            <a:extLst>
              <a:ext uri="{FF2B5EF4-FFF2-40B4-BE49-F238E27FC236}">
                <a16:creationId xmlns:a16="http://schemas.microsoft.com/office/drawing/2014/main" id="{E209AC73-AC8D-8E5C-015E-2CA066239100}"/>
              </a:ext>
            </a:extLst>
          </p:cNvPr>
          <p:cNvSpPr txBox="1"/>
          <p:nvPr/>
        </p:nvSpPr>
        <p:spPr>
          <a:xfrm>
            <a:off x="447525" y="271950"/>
            <a:ext cx="8569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292728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Medium"/>
                <a:sym typeface="Roboto Medium"/>
              </a:rPr>
              <a:t>Why Build the Chatbot for Holberton?</a:t>
            </a:r>
            <a:endParaRPr kumimoji="0" sz="2400" b="1" i="0" u="none" strike="noStrike" kern="0" cap="none" spc="0" normalizeH="0" baseline="0" noProof="0" dirty="0">
              <a:ln>
                <a:noFill/>
              </a:ln>
              <a:solidFill>
                <a:srgbClr val="292728"/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Roboto Medium"/>
              <a:sym typeface="Roboto Medium"/>
            </a:endParaRPr>
          </a:p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167" name="Google Shape;167;p28">
            <a:extLst>
              <a:ext uri="{FF2B5EF4-FFF2-40B4-BE49-F238E27FC236}">
                <a16:creationId xmlns:a16="http://schemas.microsoft.com/office/drawing/2014/main" id="{BA532DFA-6853-449A-671B-23EEC46982A6}"/>
              </a:ext>
            </a:extLst>
          </p:cNvPr>
          <p:cNvCxnSpPr/>
          <p:nvPr/>
        </p:nvCxnSpPr>
        <p:spPr>
          <a:xfrm>
            <a:off x="359850" y="303150"/>
            <a:ext cx="0" cy="331200"/>
          </a:xfrm>
          <a:prstGeom prst="straightConnector1">
            <a:avLst/>
          </a:prstGeom>
          <a:noFill/>
          <a:ln w="38100" cap="flat" cmpd="sng">
            <a:solidFill>
              <a:srgbClr val="E1003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8" name="Google Shape;168;p28">
            <a:extLst>
              <a:ext uri="{FF2B5EF4-FFF2-40B4-BE49-F238E27FC236}">
                <a16:creationId xmlns:a16="http://schemas.microsoft.com/office/drawing/2014/main" id="{E2CAE49B-10A3-6613-C18E-85C2E4731A78}"/>
              </a:ext>
            </a:extLst>
          </p:cNvPr>
          <p:cNvCxnSpPr/>
          <p:nvPr/>
        </p:nvCxnSpPr>
        <p:spPr>
          <a:xfrm>
            <a:off x="359850" y="290225"/>
            <a:ext cx="300" cy="495300"/>
          </a:xfrm>
          <a:prstGeom prst="straightConnector1">
            <a:avLst/>
          </a:prstGeom>
          <a:noFill/>
          <a:ln w="38100" cap="flat" cmpd="sng">
            <a:solidFill>
              <a:srgbClr val="E1003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Google Shape;83;p18">
            <a:extLst>
              <a:ext uri="{FF2B5EF4-FFF2-40B4-BE49-F238E27FC236}">
                <a16:creationId xmlns:a16="http://schemas.microsoft.com/office/drawing/2014/main" id="{4AC0FBFF-87AA-702F-14F9-F12F74192C17}"/>
              </a:ext>
            </a:extLst>
          </p:cNvPr>
          <p:cNvSpPr txBox="1"/>
          <p:nvPr/>
        </p:nvSpPr>
        <p:spPr>
          <a:xfrm>
            <a:off x="603463" y="992835"/>
            <a:ext cx="8188626" cy="947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0160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Roboto Light"/>
                <a:ea typeface="Roboto Light"/>
                <a:cs typeface="Roboto Light"/>
                <a:sym typeface="Roboto Light"/>
              </a:rPr>
              <a:t>Centralize knowledge and provide instant support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highlight>
                <a:srgbClr val="FFFFFF"/>
              </a:highlight>
              <a:uLnTx/>
              <a:uFillTx/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" name="Google Shape;88;p18">
            <a:extLst>
              <a:ext uri="{FF2B5EF4-FFF2-40B4-BE49-F238E27FC236}">
                <a16:creationId xmlns:a16="http://schemas.microsoft.com/office/drawing/2014/main" id="{A653D39A-07B6-4A42-39B7-DA4360828A27}"/>
              </a:ext>
            </a:extLst>
          </p:cNvPr>
          <p:cNvSpPr txBox="1"/>
          <p:nvPr/>
        </p:nvSpPr>
        <p:spPr>
          <a:xfrm>
            <a:off x="-52897" y="1940721"/>
            <a:ext cx="5417088" cy="2444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65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Internal info is spread across </a:t>
            </a:r>
            <a:br>
              <a:rPr kumimoji="0" 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</a:br>
            <a:r>
              <a:rPr kumimoji="0" 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many documents</a:t>
            </a:r>
          </a:p>
          <a:p>
            <a:pPr marL="457200" marR="0" lvl="0" indent="-3365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 panose="020B0604020202020204" pitchFamily="34" charset="0"/>
              <a:buChar char="•"/>
              <a:tabLst/>
              <a:defRPr/>
            </a:pPr>
            <a:endParaRPr lang="en-US" sz="1700" dirty="0"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365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Hard to search or access quickly </a:t>
            </a:r>
            <a:br>
              <a:rPr kumimoji="0" 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</a:br>
            <a:r>
              <a:rPr kumimoji="0" 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when questions arise</a:t>
            </a:r>
          </a:p>
          <a:p>
            <a:pPr marL="457200" marR="0" lvl="0" indent="-3365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 panose="020B0604020202020204" pitchFamily="34" charset="0"/>
              <a:buChar char="•"/>
              <a:tabLst/>
              <a:defRPr/>
            </a:pPr>
            <a:endParaRPr lang="en-US" sz="1700" dirty="0"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365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A chatbot can answer common </a:t>
            </a:r>
            <a:br>
              <a:rPr kumimoji="0" 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</a:br>
            <a:r>
              <a:rPr kumimoji="0" 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questions in real time</a:t>
            </a:r>
          </a:p>
        </p:txBody>
      </p:sp>
      <p:pic>
        <p:nvPicPr>
          <p:cNvPr id="9" name="Graphic 8" descr="Document outline">
            <a:extLst>
              <a:ext uri="{FF2B5EF4-FFF2-40B4-BE49-F238E27FC236}">
                <a16:creationId xmlns:a16="http://schemas.microsoft.com/office/drawing/2014/main" id="{EFD05F81-C26D-9D7F-2A22-1DBE20973C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07050" y="2499739"/>
            <a:ext cx="510086" cy="510086"/>
          </a:xfrm>
          <a:prstGeom prst="rect">
            <a:avLst/>
          </a:prstGeom>
        </p:spPr>
      </p:pic>
      <p:pic>
        <p:nvPicPr>
          <p:cNvPr id="12" name="Graphic 11" descr="Paper outline">
            <a:extLst>
              <a:ext uri="{FF2B5EF4-FFF2-40B4-BE49-F238E27FC236}">
                <a16:creationId xmlns:a16="http://schemas.microsoft.com/office/drawing/2014/main" id="{1F6F979F-0601-D544-F149-2DC852E125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24905" y="2505642"/>
            <a:ext cx="510086" cy="510086"/>
          </a:xfrm>
          <a:prstGeom prst="rect">
            <a:avLst/>
          </a:prstGeom>
        </p:spPr>
      </p:pic>
      <p:pic>
        <p:nvPicPr>
          <p:cNvPr id="15" name="Graphic 14" descr="List outline">
            <a:extLst>
              <a:ext uri="{FF2B5EF4-FFF2-40B4-BE49-F238E27FC236}">
                <a16:creationId xmlns:a16="http://schemas.microsoft.com/office/drawing/2014/main" id="{0B4702A4-94E9-A596-F8AA-3DCB179977B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19891" y="2571750"/>
            <a:ext cx="510086" cy="510086"/>
          </a:xfrm>
          <a:prstGeom prst="rect">
            <a:avLst/>
          </a:prstGeom>
        </p:spPr>
      </p:pic>
      <p:pic>
        <p:nvPicPr>
          <p:cNvPr id="19" name="Graphic 18" descr="Contract outline">
            <a:extLst>
              <a:ext uri="{FF2B5EF4-FFF2-40B4-BE49-F238E27FC236}">
                <a16:creationId xmlns:a16="http://schemas.microsoft.com/office/drawing/2014/main" id="{B50F658C-02D1-9EA2-A82D-A14D79AC371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64191" y="2217279"/>
            <a:ext cx="510086" cy="510086"/>
          </a:xfrm>
          <a:prstGeom prst="rect">
            <a:avLst/>
          </a:prstGeom>
        </p:spPr>
      </p:pic>
      <p:pic>
        <p:nvPicPr>
          <p:cNvPr id="21" name="Graphic 20" descr="List outline">
            <a:extLst>
              <a:ext uri="{FF2B5EF4-FFF2-40B4-BE49-F238E27FC236}">
                <a16:creationId xmlns:a16="http://schemas.microsoft.com/office/drawing/2014/main" id="{C779AB28-612A-538D-6003-6DD7512BABC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909066" y="1828451"/>
            <a:ext cx="510086" cy="510086"/>
          </a:xfrm>
          <a:prstGeom prst="rect">
            <a:avLst/>
          </a:prstGeom>
        </p:spPr>
      </p:pic>
      <p:pic>
        <p:nvPicPr>
          <p:cNvPr id="23" name="Graphic 22" descr="Checklist outline">
            <a:extLst>
              <a:ext uri="{FF2B5EF4-FFF2-40B4-BE49-F238E27FC236}">
                <a16:creationId xmlns:a16="http://schemas.microsoft.com/office/drawing/2014/main" id="{B16468AE-D6AE-E6F6-C562-D5D446F528D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285620" y="2287035"/>
            <a:ext cx="510086" cy="510086"/>
          </a:xfrm>
          <a:prstGeom prst="rect">
            <a:avLst/>
          </a:prstGeom>
        </p:spPr>
      </p:pic>
      <p:pic>
        <p:nvPicPr>
          <p:cNvPr id="24" name="Graphic 23" descr="Document outline">
            <a:extLst>
              <a:ext uri="{FF2B5EF4-FFF2-40B4-BE49-F238E27FC236}">
                <a16:creationId xmlns:a16="http://schemas.microsoft.com/office/drawing/2014/main" id="{D49DF1A4-2671-9F5F-5D00-43CCD87685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64848" y="1776949"/>
            <a:ext cx="510086" cy="510086"/>
          </a:xfrm>
          <a:prstGeom prst="rect">
            <a:avLst/>
          </a:prstGeom>
        </p:spPr>
      </p:pic>
      <p:pic>
        <p:nvPicPr>
          <p:cNvPr id="25" name="Graphic 24" descr="Contract outline">
            <a:extLst>
              <a:ext uri="{FF2B5EF4-FFF2-40B4-BE49-F238E27FC236}">
                <a16:creationId xmlns:a16="http://schemas.microsoft.com/office/drawing/2014/main" id="{B4C1D8BD-7D7C-4204-A11B-3EA9A999EE5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20630" y="1901265"/>
            <a:ext cx="510086" cy="510086"/>
          </a:xfrm>
          <a:prstGeom prst="rect">
            <a:avLst/>
          </a:prstGeom>
        </p:spPr>
      </p:pic>
      <p:pic>
        <p:nvPicPr>
          <p:cNvPr id="29" name="Graphic 28" descr="Thought outline">
            <a:extLst>
              <a:ext uri="{FF2B5EF4-FFF2-40B4-BE49-F238E27FC236}">
                <a16:creationId xmlns:a16="http://schemas.microsoft.com/office/drawing/2014/main" id="{4A673569-5F44-9C82-EC5D-FC35C1910D0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285620" y="3182833"/>
            <a:ext cx="548055" cy="548055"/>
          </a:xfrm>
          <a:prstGeom prst="rect">
            <a:avLst/>
          </a:prstGeom>
        </p:spPr>
      </p:pic>
      <p:pic>
        <p:nvPicPr>
          <p:cNvPr id="31" name="Graphic 30" descr="Grinning face outline outline">
            <a:extLst>
              <a:ext uri="{FF2B5EF4-FFF2-40B4-BE49-F238E27FC236}">
                <a16:creationId xmlns:a16="http://schemas.microsoft.com/office/drawing/2014/main" id="{682EFC64-DE53-6BCF-E3A0-3DED43AFA0B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893888" y="3898185"/>
            <a:ext cx="510086" cy="510086"/>
          </a:xfrm>
          <a:prstGeom prst="rect">
            <a:avLst/>
          </a:prstGeom>
        </p:spPr>
      </p:pic>
      <p:pic>
        <p:nvPicPr>
          <p:cNvPr id="33" name="Graphic 32" descr="Chat bubble outline">
            <a:extLst>
              <a:ext uri="{FF2B5EF4-FFF2-40B4-BE49-F238E27FC236}">
                <a16:creationId xmlns:a16="http://schemas.microsoft.com/office/drawing/2014/main" id="{ACC35BE2-3319-9DC4-39FF-6FE2D1BED5CA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933671" y="3927987"/>
            <a:ext cx="510086" cy="510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461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5">
          <a:extLst>
            <a:ext uri="{FF2B5EF4-FFF2-40B4-BE49-F238E27FC236}">
              <a16:creationId xmlns:a16="http://schemas.microsoft.com/office/drawing/2014/main" id="{8F383372-FD03-B246-12DE-3B785F034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>
            <a:extLst>
              <a:ext uri="{FF2B5EF4-FFF2-40B4-BE49-F238E27FC236}">
                <a16:creationId xmlns:a16="http://schemas.microsoft.com/office/drawing/2014/main" id="{F1F48221-E3EE-1E67-AABB-71B17E745CF5}"/>
              </a:ext>
            </a:extLst>
          </p:cNvPr>
          <p:cNvSpPr txBox="1"/>
          <p:nvPr/>
        </p:nvSpPr>
        <p:spPr>
          <a:xfrm>
            <a:off x="447525" y="271950"/>
            <a:ext cx="8569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292728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Medium"/>
                <a:sym typeface="Roboto Medium"/>
              </a:rPr>
              <a:t>RAG Architecture</a:t>
            </a:r>
            <a:endParaRPr kumimoji="0" sz="2400" b="1" i="0" u="none" strike="noStrike" kern="0" cap="none" spc="0" normalizeH="0" baseline="0" noProof="0" dirty="0">
              <a:ln>
                <a:noFill/>
              </a:ln>
              <a:solidFill>
                <a:srgbClr val="292728"/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Roboto Medium"/>
              <a:sym typeface="Roboto Medium"/>
            </a:endParaRPr>
          </a:p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167" name="Google Shape;167;p28">
            <a:extLst>
              <a:ext uri="{FF2B5EF4-FFF2-40B4-BE49-F238E27FC236}">
                <a16:creationId xmlns:a16="http://schemas.microsoft.com/office/drawing/2014/main" id="{F8AC0F3B-E87F-BB25-ACDE-39524065988B}"/>
              </a:ext>
            </a:extLst>
          </p:cNvPr>
          <p:cNvCxnSpPr/>
          <p:nvPr/>
        </p:nvCxnSpPr>
        <p:spPr>
          <a:xfrm>
            <a:off x="359850" y="303150"/>
            <a:ext cx="0" cy="331200"/>
          </a:xfrm>
          <a:prstGeom prst="straightConnector1">
            <a:avLst/>
          </a:prstGeom>
          <a:noFill/>
          <a:ln w="38100" cap="flat" cmpd="sng">
            <a:solidFill>
              <a:srgbClr val="E1003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8" name="Google Shape;168;p28">
            <a:extLst>
              <a:ext uri="{FF2B5EF4-FFF2-40B4-BE49-F238E27FC236}">
                <a16:creationId xmlns:a16="http://schemas.microsoft.com/office/drawing/2014/main" id="{F7225E60-5BE7-89D6-CC72-86925FEEA919}"/>
              </a:ext>
            </a:extLst>
          </p:cNvPr>
          <p:cNvCxnSpPr/>
          <p:nvPr/>
        </p:nvCxnSpPr>
        <p:spPr>
          <a:xfrm>
            <a:off x="359850" y="290225"/>
            <a:ext cx="300" cy="495300"/>
          </a:xfrm>
          <a:prstGeom prst="straightConnector1">
            <a:avLst/>
          </a:prstGeom>
          <a:noFill/>
          <a:ln w="38100" cap="flat" cmpd="sng">
            <a:solidFill>
              <a:srgbClr val="E1003C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47ED4DD4-CCD2-8BFC-658D-25CE3FEBD6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696" y="803223"/>
            <a:ext cx="8582608" cy="4340277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490F4CF-3669-D01F-F928-65C8F7C8207C}"/>
              </a:ext>
            </a:extLst>
          </p:cNvPr>
          <p:cNvSpPr/>
          <p:nvPr/>
        </p:nvSpPr>
        <p:spPr>
          <a:xfrm>
            <a:off x="4511615" y="3614468"/>
            <a:ext cx="3545457" cy="72580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How does peer learning work at Holberton School?</a:t>
            </a:r>
          </a:p>
        </p:txBody>
      </p:sp>
    </p:spTree>
    <p:extLst>
      <p:ext uri="{BB962C8B-B14F-4D97-AF65-F5344CB8AC3E}">
        <p14:creationId xmlns:p14="http://schemas.microsoft.com/office/powerpoint/2010/main" val="1749644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5">
          <a:extLst>
            <a:ext uri="{FF2B5EF4-FFF2-40B4-BE49-F238E27FC236}">
              <a16:creationId xmlns:a16="http://schemas.microsoft.com/office/drawing/2014/main" id="{EB7EEF88-0762-B82E-5175-0252D5A1F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>
            <a:extLst>
              <a:ext uri="{FF2B5EF4-FFF2-40B4-BE49-F238E27FC236}">
                <a16:creationId xmlns:a16="http://schemas.microsoft.com/office/drawing/2014/main" id="{B85BAC4B-E249-83E7-3D67-0A43F5BFA98F}"/>
              </a:ext>
            </a:extLst>
          </p:cNvPr>
          <p:cNvSpPr txBox="1"/>
          <p:nvPr/>
        </p:nvSpPr>
        <p:spPr>
          <a:xfrm>
            <a:off x="447525" y="271950"/>
            <a:ext cx="8569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292728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Medium"/>
                <a:sym typeface="Roboto Medium"/>
              </a:rPr>
              <a:t>Project Architecture Overview</a:t>
            </a:r>
            <a:endParaRPr kumimoji="0" sz="2400" b="1" i="0" u="none" strike="noStrike" kern="0" cap="none" spc="0" normalizeH="0" baseline="0" noProof="0" dirty="0">
              <a:ln>
                <a:noFill/>
              </a:ln>
              <a:solidFill>
                <a:srgbClr val="292728"/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Roboto Medium"/>
              <a:sym typeface="Roboto Medium"/>
            </a:endParaRPr>
          </a:p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167" name="Google Shape;167;p28">
            <a:extLst>
              <a:ext uri="{FF2B5EF4-FFF2-40B4-BE49-F238E27FC236}">
                <a16:creationId xmlns:a16="http://schemas.microsoft.com/office/drawing/2014/main" id="{FD6025ED-A3EA-5C31-AECC-ECAF50438394}"/>
              </a:ext>
            </a:extLst>
          </p:cNvPr>
          <p:cNvCxnSpPr/>
          <p:nvPr/>
        </p:nvCxnSpPr>
        <p:spPr>
          <a:xfrm>
            <a:off x="359850" y="303150"/>
            <a:ext cx="0" cy="331200"/>
          </a:xfrm>
          <a:prstGeom prst="straightConnector1">
            <a:avLst/>
          </a:prstGeom>
          <a:noFill/>
          <a:ln w="38100" cap="flat" cmpd="sng">
            <a:solidFill>
              <a:srgbClr val="E1003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8" name="Google Shape;168;p28">
            <a:extLst>
              <a:ext uri="{FF2B5EF4-FFF2-40B4-BE49-F238E27FC236}">
                <a16:creationId xmlns:a16="http://schemas.microsoft.com/office/drawing/2014/main" id="{B1C2887D-B542-1A89-5053-46D44BA61C29}"/>
              </a:ext>
            </a:extLst>
          </p:cNvPr>
          <p:cNvCxnSpPr/>
          <p:nvPr/>
        </p:nvCxnSpPr>
        <p:spPr>
          <a:xfrm>
            <a:off x="359850" y="290225"/>
            <a:ext cx="300" cy="495300"/>
          </a:xfrm>
          <a:prstGeom prst="straightConnector1">
            <a:avLst/>
          </a:prstGeom>
          <a:noFill/>
          <a:ln w="38100" cap="flat" cmpd="sng">
            <a:solidFill>
              <a:srgbClr val="E1003C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Graphic 2" descr="User outline">
            <a:extLst>
              <a:ext uri="{FF2B5EF4-FFF2-40B4-BE49-F238E27FC236}">
                <a16:creationId xmlns:a16="http://schemas.microsoft.com/office/drawing/2014/main" id="{45EF009F-1F15-9C0A-7FF4-8DB50F8E24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4969" y="2142566"/>
            <a:ext cx="681486" cy="681486"/>
          </a:xfrm>
          <a:prstGeom prst="rect">
            <a:avLst/>
          </a:prstGeom>
        </p:spPr>
      </p:pic>
      <p:sp>
        <p:nvSpPr>
          <p:cNvPr id="4" name="Google Shape;88;p18">
            <a:extLst>
              <a:ext uri="{FF2B5EF4-FFF2-40B4-BE49-F238E27FC236}">
                <a16:creationId xmlns:a16="http://schemas.microsoft.com/office/drawing/2014/main" id="{AC0AC75A-02BB-6591-0684-AD8FA24B940F}"/>
              </a:ext>
            </a:extLst>
          </p:cNvPr>
          <p:cNvSpPr txBox="1"/>
          <p:nvPr/>
        </p:nvSpPr>
        <p:spPr>
          <a:xfrm>
            <a:off x="-165039" y="2725724"/>
            <a:ext cx="1829939" cy="495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65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User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AE5D99-9BE0-2CCB-BFD2-A77B79EC0481}"/>
              </a:ext>
            </a:extLst>
          </p:cNvPr>
          <p:cNvSpPr/>
          <p:nvPr/>
        </p:nvSpPr>
        <p:spPr>
          <a:xfrm>
            <a:off x="1949570" y="1936407"/>
            <a:ext cx="3122762" cy="147102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317EE7-6BFD-209D-52EF-01208FAC535D}"/>
              </a:ext>
            </a:extLst>
          </p:cNvPr>
          <p:cNvSpPr/>
          <p:nvPr/>
        </p:nvSpPr>
        <p:spPr>
          <a:xfrm>
            <a:off x="5535283" y="1936407"/>
            <a:ext cx="3122762" cy="147102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oogle Shape;88;p18">
            <a:extLst>
              <a:ext uri="{FF2B5EF4-FFF2-40B4-BE49-F238E27FC236}">
                <a16:creationId xmlns:a16="http://schemas.microsoft.com/office/drawing/2014/main" id="{D05E8E80-8A1E-CAE2-D17B-4489DADB1E98}"/>
              </a:ext>
            </a:extLst>
          </p:cNvPr>
          <p:cNvSpPr txBox="1"/>
          <p:nvPr/>
        </p:nvSpPr>
        <p:spPr>
          <a:xfrm>
            <a:off x="2216989" y="3507853"/>
            <a:ext cx="2208931" cy="495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65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Retreival</a:t>
            </a:r>
            <a:r>
              <a:rPr kumimoji="0" 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 Layer</a:t>
            </a:r>
          </a:p>
        </p:txBody>
      </p:sp>
      <p:sp>
        <p:nvSpPr>
          <p:cNvPr id="11" name="Google Shape;88;p18">
            <a:extLst>
              <a:ext uri="{FF2B5EF4-FFF2-40B4-BE49-F238E27FC236}">
                <a16:creationId xmlns:a16="http://schemas.microsoft.com/office/drawing/2014/main" id="{4A3CC076-A8A3-1AFD-F65E-8E16A410826A}"/>
              </a:ext>
            </a:extLst>
          </p:cNvPr>
          <p:cNvSpPr txBox="1"/>
          <p:nvPr/>
        </p:nvSpPr>
        <p:spPr>
          <a:xfrm>
            <a:off x="5814204" y="3507853"/>
            <a:ext cx="2564920" cy="495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65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LLM &amp; Response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04DFA03-716C-A728-BE01-414F4E202F44}"/>
              </a:ext>
            </a:extLst>
          </p:cNvPr>
          <p:cNvCxnSpPr>
            <a:cxnSpLocks/>
          </p:cNvCxnSpPr>
          <p:nvPr/>
        </p:nvCxnSpPr>
        <p:spPr>
          <a:xfrm>
            <a:off x="1051349" y="2661171"/>
            <a:ext cx="622177" cy="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542C9CA-0E8B-A590-9E44-5657CD65BBD0}"/>
              </a:ext>
            </a:extLst>
          </p:cNvPr>
          <p:cNvCxnSpPr>
            <a:cxnSpLocks/>
          </p:cNvCxnSpPr>
          <p:nvPr/>
        </p:nvCxnSpPr>
        <p:spPr>
          <a:xfrm>
            <a:off x="5106839" y="2735554"/>
            <a:ext cx="402566" cy="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Google Shape;88;p18">
            <a:extLst>
              <a:ext uri="{FF2B5EF4-FFF2-40B4-BE49-F238E27FC236}">
                <a16:creationId xmlns:a16="http://schemas.microsoft.com/office/drawing/2014/main" id="{CD6470AD-C243-BEFD-F6D1-B04004106478}"/>
              </a:ext>
            </a:extLst>
          </p:cNvPr>
          <p:cNvSpPr txBox="1"/>
          <p:nvPr/>
        </p:nvSpPr>
        <p:spPr>
          <a:xfrm>
            <a:off x="308094" y="2060399"/>
            <a:ext cx="1647930" cy="495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655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Flask </a:t>
            </a:r>
            <a:b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</a:b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Web Form</a:t>
            </a:r>
          </a:p>
        </p:txBody>
      </p:sp>
      <p:sp>
        <p:nvSpPr>
          <p:cNvPr id="26" name="Google Shape;88;p18">
            <a:extLst>
              <a:ext uri="{FF2B5EF4-FFF2-40B4-BE49-F238E27FC236}">
                <a16:creationId xmlns:a16="http://schemas.microsoft.com/office/drawing/2014/main" id="{8BC0735F-7196-C227-EC3F-8A28F07CD5CE}"/>
              </a:ext>
            </a:extLst>
          </p:cNvPr>
          <p:cNvSpPr txBox="1"/>
          <p:nvPr/>
        </p:nvSpPr>
        <p:spPr>
          <a:xfrm>
            <a:off x="1907874" y="2061477"/>
            <a:ext cx="2409647" cy="495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0650" marR="0" lvl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FAISS Vector Search</a:t>
            </a:r>
          </a:p>
        </p:txBody>
      </p:sp>
      <p:sp>
        <p:nvSpPr>
          <p:cNvPr id="27" name="Google Shape;88;p18">
            <a:extLst>
              <a:ext uri="{FF2B5EF4-FFF2-40B4-BE49-F238E27FC236}">
                <a16:creationId xmlns:a16="http://schemas.microsoft.com/office/drawing/2014/main" id="{F2B6ED8F-DDD6-6969-F4C8-38F33BD49260}"/>
              </a:ext>
            </a:extLst>
          </p:cNvPr>
          <p:cNvSpPr txBox="1"/>
          <p:nvPr/>
        </p:nvSpPr>
        <p:spPr>
          <a:xfrm>
            <a:off x="1907872" y="2719595"/>
            <a:ext cx="2828030" cy="495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0650" marR="0" lvl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Retrieve relevant docs’ chunks</a:t>
            </a:r>
          </a:p>
        </p:txBody>
      </p:sp>
      <p:sp>
        <p:nvSpPr>
          <p:cNvPr id="28" name="Google Shape;88;p18">
            <a:extLst>
              <a:ext uri="{FF2B5EF4-FFF2-40B4-BE49-F238E27FC236}">
                <a16:creationId xmlns:a16="http://schemas.microsoft.com/office/drawing/2014/main" id="{CCB9BB7D-549D-7F74-601C-288E0F006630}"/>
              </a:ext>
            </a:extLst>
          </p:cNvPr>
          <p:cNvSpPr txBox="1"/>
          <p:nvPr/>
        </p:nvSpPr>
        <p:spPr>
          <a:xfrm>
            <a:off x="5509405" y="2042813"/>
            <a:ext cx="3030746" cy="495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0650" marR="0" lvl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Augmented prompt (query + docs)</a:t>
            </a:r>
          </a:p>
        </p:txBody>
      </p:sp>
      <p:sp>
        <p:nvSpPr>
          <p:cNvPr id="30" name="Google Shape;88;p18">
            <a:extLst>
              <a:ext uri="{FF2B5EF4-FFF2-40B4-BE49-F238E27FC236}">
                <a16:creationId xmlns:a16="http://schemas.microsoft.com/office/drawing/2014/main" id="{498376CD-11B6-56A2-30B2-55CA51C0188A}"/>
              </a:ext>
            </a:extLst>
          </p:cNvPr>
          <p:cNvSpPr txBox="1"/>
          <p:nvPr/>
        </p:nvSpPr>
        <p:spPr>
          <a:xfrm>
            <a:off x="5509405" y="2638533"/>
            <a:ext cx="3030746" cy="495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0650" marR="0" lvl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Gemini LLM</a:t>
            </a:r>
          </a:p>
        </p:txBody>
      </p: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362FEF7C-6563-9EE7-7B81-62A6770DF131}"/>
              </a:ext>
            </a:extLst>
          </p:cNvPr>
          <p:cNvCxnSpPr>
            <a:stCxn id="11" idx="2"/>
            <a:endCxn id="4" idx="2"/>
          </p:cNvCxnSpPr>
          <p:nvPr/>
        </p:nvCxnSpPr>
        <p:spPr>
          <a:xfrm rot="5400000" flipH="1">
            <a:off x="3532233" y="438724"/>
            <a:ext cx="782129" cy="6346733"/>
          </a:xfrm>
          <a:prstGeom prst="bentConnector3">
            <a:avLst>
              <a:gd name="adj1" fmla="val -59007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Google Shape;88;p18">
            <a:extLst>
              <a:ext uri="{FF2B5EF4-FFF2-40B4-BE49-F238E27FC236}">
                <a16:creationId xmlns:a16="http://schemas.microsoft.com/office/drawing/2014/main" id="{A66B727A-0A41-B34D-7E63-6020462DD563}"/>
              </a:ext>
            </a:extLst>
          </p:cNvPr>
          <p:cNvSpPr txBox="1"/>
          <p:nvPr/>
        </p:nvSpPr>
        <p:spPr>
          <a:xfrm>
            <a:off x="1907872" y="4444402"/>
            <a:ext cx="4385094" cy="495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65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Send response to Flask; render to user</a:t>
            </a:r>
          </a:p>
        </p:txBody>
      </p:sp>
      <p:pic>
        <p:nvPicPr>
          <p:cNvPr id="1032" name="Picture 8" descr="Flask logo icons for Python developers">
            <a:extLst>
              <a:ext uri="{FF2B5EF4-FFF2-40B4-BE49-F238E27FC236}">
                <a16:creationId xmlns:a16="http://schemas.microsoft.com/office/drawing/2014/main" id="{3DCFC644-A6B4-BFA8-A319-5CC9F885A2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349" y="1087585"/>
            <a:ext cx="591697" cy="591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FAISS | New Relic">
            <a:extLst>
              <a:ext uri="{FF2B5EF4-FFF2-40B4-BE49-F238E27FC236}">
                <a16:creationId xmlns:a16="http://schemas.microsoft.com/office/drawing/2014/main" id="{064FFE72-4CB5-C173-EA7B-A291436612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2896" y="1113759"/>
            <a:ext cx="501675" cy="483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6F7A0583-0BBC-8FEF-DECD-17BE24C15D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7401" y="1011237"/>
            <a:ext cx="1384060" cy="778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193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5">
          <a:extLst>
            <a:ext uri="{FF2B5EF4-FFF2-40B4-BE49-F238E27FC236}">
              <a16:creationId xmlns:a16="http://schemas.microsoft.com/office/drawing/2014/main" id="{148E7153-47DE-F052-1FC6-9C8E10699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>
            <a:extLst>
              <a:ext uri="{FF2B5EF4-FFF2-40B4-BE49-F238E27FC236}">
                <a16:creationId xmlns:a16="http://schemas.microsoft.com/office/drawing/2014/main" id="{63024763-FA34-E88F-D5B7-918E266DA634}"/>
              </a:ext>
            </a:extLst>
          </p:cNvPr>
          <p:cNvSpPr txBox="1"/>
          <p:nvPr/>
        </p:nvSpPr>
        <p:spPr>
          <a:xfrm>
            <a:off x="447525" y="271950"/>
            <a:ext cx="8569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292728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Medium"/>
                <a:sym typeface="Roboto Medium"/>
              </a:rPr>
              <a:t>Embedding Layer</a:t>
            </a:r>
            <a:endParaRPr kumimoji="0" sz="2400" b="1" i="0" u="none" strike="noStrike" kern="0" cap="none" spc="0" normalizeH="0" baseline="0" noProof="0" dirty="0">
              <a:ln>
                <a:noFill/>
              </a:ln>
              <a:solidFill>
                <a:srgbClr val="292728"/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Roboto Medium"/>
              <a:sym typeface="Roboto Medium"/>
            </a:endParaRPr>
          </a:p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167" name="Google Shape;167;p28">
            <a:extLst>
              <a:ext uri="{FF2B5EF4-FFF2-40B4-BE49-F238E27FC236}">
                <a16:creationId xmlns:a16="http://schemas.microsoft.com/office/drawing/2014/main" id="{B9E1B786-26CD-30A3-DBD8-23AC4B7CEF8D}"/>
              </a:ext>
            </a:extLst>
          </p:cNvPr>
          <p:cNvCxnSpPr/>
          <p:nvPr/>
        </p:nvCxnSpPr>
        <p:spPr>
          <a:xfrm>
            <a:off x="359850" y="303150"/>
            <a:ext cx="0" cy="331200"/>
          </a:xfrm>
          <a:prstGeom prst="straightConnector1">
            <a:avLst/>
          </a:prstGeom>
          <a:noFill/>
          <a:ln w="38100" cap="flat" cmpd="sng">
            <a:solidFill>
              <a:srgbClr val="E1003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8" name="Google Shape;168;p28">
            <a:extLst>
              <a:ext uri="{FF2B5EF4-FFF2-40B4-BE49-F238E27FC236}">
                <a16:creationId xmlns:a16="http://schemas.microsoft.com/office/drawing/2014/main" id="{756D9423-77F4-4FA2-C20B-486C7F60F2D2}"/>
              </a:ext>
            </a:extLst>
          </p:cNvPr>
          <p:cNvCxnSpPr/>
          <p:nvPr/>
        </p:nvCxnSpPr>
        <p:spPr>
          <a:xfrm>
            <a:off x="359850" y="290225"/>
            <a:ext cx="300" cy="495300"/>
          </a:xfrm>
          <a:prstGeom prst="straightConnector1">
            <a:avLst/>
          </a:prstGeom>
          <a:noFill/>
          <a:ln w="38100" cap="flat" cmpd="sng">
            <a:solidFill>
              <a:srgbClr val="E1003C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C250EA36-9044-61E4-DBC7-2F79C3B125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24232921"/>
              </p:ext>
            </p:extLst>
          </p:nvPr>
        </p:nvGraphicFramePr>
        <p:xfrm>
          <a:off x="267421" y="1483743"/>
          <a:ext cx="8651392" cy="24671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Google Shape;88;p18">
            <a:extLst>
              <a:ext uri="{FF2B5EF4-FFF2-40B4-BE49-F238E27FC236}">
                <a16:creationId xmlns:a16="http://schemas.microsoft.com/office/drawing/2014/main" id="{95CE5C43-9927-BCD7-C0BC-15357E72DD61}"/>
              </a:ext>
            </a:extLst>
          </p:cNvPr>
          <p:cNvSpPr txBox="1"/>
          <p:nvPr/>
        </p:nvSpPr>
        <p:spPr>
          <a:xfrm>
            <a:off x="-196973" y="1116117"/>
            <a:ext cx="2120664" cy="495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655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Markdown files stored locally</a:t>
            </a:r>
          </a:p>
        </p:txBody>
      </p:sp>
      <p:sp>
        <p:nvSpPr>
          <p:cNvPr id="7" name="Google Shape;88;p18">
            <a:extLst>
              <a:ext uri="{FF2B5EF4-FFF2-40B4-BE49-F238E27FC236}">
                <a16:creationId xmlns:a16="http://schemas.microsoft.com/office/drawing/2014/main" id="{3949B85C-CD0E-1D59-FCD4-97DFDD9CC62E}"/>
              </a:ext>
            </a:extLst>
          </p:cNvPr>
          <p:cNvSpPr txBox="1"/>
          <p:nvPr/>
        </p:nvSpPr>
        <p:spPr>
          <a:xfrm>
            <a:off x="1344280" y="3823224"/>
            <a:ext cx="2120664" cy="495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655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Filename and document title</a:t>
            </a:r>
          </a:p>
        </p:txBody>
      </p:sp>
      <p:sp>
        <p:nvSpPr>
          <p:cNvPr id="8" name="Google Shape;88;p18">
            <a:extLst>
              <a:ext uri="{FF2B5EF4-FFF2-40B4-BE49-F238E27FC236}">
                <a16:creationId xmlns:a16="http://schemas.microsoft.com/office/drawing/2014/main" id="{3920B6D6-BADB-513C-F892-70B232300C37}"/>
              </a:ext>
            </a:extLst>
          </p:cNvPr>
          <p:cNvSpPr txBox="1"/>
          <p:nvPr/>
        </p:nvSpPr>
        <p:spPr>
          <a:xfrm>
            <a:off x="2689999" y="1116117"/>
            <a:ext cx="2572113" cy="495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655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1000 character chunks with 100 overlaps</a:t>
            </a:r>
          </a:p>
        </p:txBody>
      </p:sp>
      <p:sp>
        <p:nvSpPr>
          <p:cNvPr id="10" name="Google Shape;88;p18">
            <a:extLst>
              <a:ext uri="{FF2B5EF4-FFF2-40B4-BE49-F238E27FC236}">
                <a16:creationId xmlns:a16="http://schemas.microsoft.com/office/drawing/2014/main" id="{8E036CC8-362F-E986-204C-D5A1EC166D51}"/>
              </a:ext>
            </a:extLst>
          </p:cNvPr>
          <p:cNvSpPr txBox="1"/>
          <p:nvPr/>
        </p:nvSpPr>
        <p:spPr>
          <a:xfrm>
            <a:off x="4377902" y="3823224"/>
            <a:ext cx="2204054" cy="495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655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Google Generative AI model</a:t>
            </a:r>
          </a:p>
        </p:txBody>
      </p:sp>
      <p:sp>
        <p:nvSpPr>
          <p:cNvPr id="11" name="Google Shape;88;p18">
            <a:extLst>
              <a:ext uri="{FF2B5EF4-FFF2-40B4-BE49-F238E27FC236}">
                <a16:creationId xmlns:a16="http://schemas.microsoft.com/office/drawing/2014/main" id="{223CBA59-AEB1-6AE1-4172-88317483F26B}"/>
              </a:ext>
            </a:extLst>
          </p:cNvPr>
          <p:cNvSpPr txBox="1"/>
          <p:nvPr/>
        </p:nvSpPr>
        <p:spPr>
          <a:xfrm>
            <a:off x="5988435" y="1116117"/>
            <a:ext cx="2204054" cy="495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655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FAISS vector database locally</a:t>
            </a:r>
          </a:p>
        </p:txBody>
      </p:sp>
    </p:spTree>
    <p:extLst>
      <p:ext uri="{BB962C8B-B14F-4D97-AF65-F5344CB8AC3E}">
        <p14:creationId xmlns:p14="http://schemas.microsoft.com/office/powerpoint/2010/main" val="23113088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5">
          <a:extLst>
            <a:ext uri="{FF2B5EF4-FFF2-40B4-BE49-F238E27FC236}">
              <a16:creationId xmlns:a16="http://schemas.microsoft.com/office/drawing/2014/main" id="{C66F21B4-8E89-C3B3-4DC2-201C18FB2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>
            <a:extLst>
              <a:ext uri="{FF2B5EF4-FFF2-40B4-BE49-F238E27FC236}">
                <a16:creationId xmlns:a16="http://schemas.microsoft.com/office/drawing/2014/main" id="{80B66EC1-A3DE-1EE9-09A4-19BDB428C3D1}"/>
              </a:ext>
            </a:extLst>
          </p:cNvPr>
          <p:cNvSpPr txBox="1"/>
          <p:nvPr/>
        </p:nvSpPr>
        <p:spPr>
          <a:xfrm>
            <a:off x="447525" y="271950"/>
            <a:ext cx="8569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 err="1">
                <a:ln>
                  <a:noFill/>
                </a:ln>
                <a:solidFill>
                  <a:srgbClr val="292728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Medium"/>
                <a:sym typeface="Roboto Medium"/>
              </a:rPr>
              <a:t>Retreival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292728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Medium"/>
                <a:sym typeface="Roboto Medium"/>
              </a:rPr>
              <a:t> Layer</a:t>
            </a:r>
            <a:endParaRPr kumimoji="0" sz="2400" b="1" i="0" u="none" strike="noStrike" kern="0" cap="none" spc="0" normalizeH="0" baseline="0" noProof="0" dirty="0">
              <a:ln>
                <a:noFill/>
              </a:ln>
              <a:solidFill>
                <a:srgbClr val="292728"/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Roboto Medium"/>
              <a:sym typeface="Roboto Medium"/>
            </a:endParaRPr>
          </a:p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167" name="Google Shape;167;p28">
            <a:extLst>
              <a:ext uri="{FF2B5EF4-FFF2-40B4-BE49-F238E27FC236}">
                <a16:creationId xmlns:a16="http://schemas.microsoft.com/office/drawing/2014/main" id="{3B933FEC-3BF7-A712-6522-0F28D031D0C2}"/>
              </a:ext>
            </a:extLst>
          </p:cNvPr>
          <p:cNvCxnSpPr/>
          <p:nvPr/>
        </p:nvCxnSpPr>
        <p:spPr>
          <a:xfrm>
            <a:off x="359850" y="303150"/>
            <a:ext cx="0" cy="331200"/>
          </a:xfrm>
          <a:prstGeom prst="straightConnector1">
            <a:avLst/>
          </a:prstGeom>
          <a:noFill/>
          <a:ln w="38100" cap="flat" cmpd="sng">
            <a:solidFill>
              <a:srgbClr val="E1003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8" name="Google Shape;168;p28">
            <a:extLst>
              <a:ext uri="{FF2B5EF4-FFF2-40B4-BE49-F238E27FC236}">
                <a16:creationId xmlns:a16="http://schemas.microsoft.com/office/drawing/2014/main" id="{527E59FF-547F-C2E8-566C-5082E7BEC852}"/>
              </a:ext>
            </a:extLst>
          </p:cNvPr>
          <p:cNvCxnSpPr/>
          <p:nvPr/>
        </p:nvCxnSpPr>
        <p:spPr>
          <a:xfrm>
            <a:off x="359850" y="290225"/>
            <a:ext cx="300" cy="495300"/>
          </a:xfrm>
          <a:prstGeom prst="straightConnector1">
            <a:avLst/>
          </a:prstGeom>
          <a:noFill/>
          <a:ln w="38100" cap="flat" cmpd="sng">
            <a:solidFill>
              <a:srgbClr val="E1003C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CF574415-5D72-08E8-8222-7756EE0DB3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0219611"/>
              </p:ext>
            </p:extLst>
          </p:nvPr>
        </p:nvGraphicFramePr>
        <p:xfrm>
          <a:off x="267421" y="1483743"/>
          <a:ext cx="8651392" cy="24671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Google Shape;88;p18">
            <a:extLst>
              <a:ext uri="{FF2B5EF4-FFF2-40B4-BE49-F238E27FC236}">
                <a16:creationId xmlns:a16="http://schemas.microsoft.com/office/drawing/2014/main" id="{62A0E588-D0A4-58B8-A178-41BE178D8394}"/>
              </a:ext>
            </a:extLst>
          </p:cNvPr>
          <p:cNvSpPr txBox="1"/>
          <p:nvPr/>
        </p:nvSpPr>
        <p:spPr>
          <a:xfrm>
            <a:off x="-283238" y="1108417"/>
            <a:ext cx="2318770" cy="495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655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Vector store with saved embeddings</a:t>
            </a:r>
          </a:p>
        </p:txBody>
      </p:sp>
      <p:sp>
        <p:nvSpPr>
          <p:cNvPr id="7" name="Google Shape;88;p18">
            <a:extLst>
              <a:ext uri="{FF2B5EF4-FFF2-40B4-BE49-F238E27FC236}">
                <a16:creationId xmlns:a16="http://schemas.microsoft.com/office/drawing/2014/main" id="{953BB4D6-4E42-3BBA-60A2-9E098FAF4AF8}"/>
              </a:ext>
            </a:extLst>
          </p:cNvPr>
          <p:cNvSpPr txBox="1"/>
          <p:nvPr/>
        </p:nvSpPr>
        <p:spPr>
          <a:xfrm>
            <a:off x="1344280" y="3823224"/>
            <a:ext cx="2120664" cy="495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655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FFFFFF">
                    <a:lumMod val="65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Calculate relevance score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" name="Google Shape;88;p18">
            <a:extLst>
              <a:ext uri="{FF2B5EF4-FFF2-40B4-BE49-F238E27FC236}">
                <a16:creationId xmlns:a16="http://schemas.microsoft.com/office/drawing/2014/main" id="{1F8FB3A4-98EA-A65A-11F1-F04C31924E8D}"/>
              </a:ext>
            </a:extLst>
          </p:cNvPr>
          <p:cNvSpPr txBox="1"/>
          <p:nvPr/>
        </p:nvSpPr>
        <p:spPr>
          <a:xfrm>
            <a:off x="2689999" y="1116117"/>
            <a:ext cx="2572113" cy="495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655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Limit search to most relevant document</a:t>
            </a:r>
          </a:p>
        </p:txBody>
      </p:sp>
      <p:sp>
        <p:nvSpPr>
          <p:cNvPr id="10" name="Google Shape;88;p18">
            <a:extLst>
              <a:ext uri="{FF2B5EF4-FFF2-40B4-BE49-F238E27FC236}">
                <a16:creationId xmlns:a16="http://schemas.microsoft.com/office/drawing/2014/main" id="{EDBB530B-46F4-592C-BC22-542FEA7BE0B4}"/>
              </a:ext>
            </a:extLst>
          </p:cNvPr>
          <p:cNvSpPr txBox="1"/>
          <p:nvPr/>
        </p:nvSpPr>
        <p:spPr>
          <a:xfrm>
            <a:off x="4377902" y="3823224"/>
            <a:ext cx="2204054" cy="495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655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For source tracking</a:t>
            </a:r>
          </a:p>
        </p:txBody>
      </p:sp>
      <p:sp>
        <p:nvSpPr>
          <p:cNvPr id="11" name="Google Shape;88;p18">
            <a:extLst>
              <a:ext uri="{FF2B5EF4-FFF2-40B4-BE49-F238E27FC236}">
                <a16:creationId xmlns:a16="http://schemas.microsoft.com/office/drawing/2014/main" id="{C7398505-9ADB-BEA0-73EF-3AB0696FFFB8}"/>
              </a:ext>
            </a:extLst>
          </p:cNvPr>
          <p:cNvSpPr txBox="1"/>
          <p:nvPr/>
        </p:nvSpPr>
        <p:spPr>
          <a:xfrm>
            <a:off x="5844797" y="1116117"/>
            <a:ext cx="2491331" cy="495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655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Retrieved chunks for answer generation</a:t>
            </a:r>
          </a:p>
        </p:txBody>
      </p:sp>
    </p:spTree>
    <p:extLst>
      <p:ext uri="{BB962C8B-B14F-4D97-AF65-F5344CB8AC3E}">
        <p14:creationId xmlns:p14="http://schemas.microsoft.com/office/powerpoint/2010/main" val="3641932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5">
          <a:extLst>
            <a:ext uri="{FF2B5EF4-FFF2-40B4-BE49-F238E27FC236}">
              <a16:creationId xmlns:a16="http://schemas.microsoft.com/office/drawing/2014/main" id="{172783B9-00EF-9DA2-E3CA-742E641CD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>
            <a:extLst>
              <a:ext uri="{FF2B5EF4-FFF2-40B4-BE49-F238E27FC236}">
                <a16:creationId xmlns:a16="http://schemas.microsoft.com/office/drawing/2014/main" id="{FD5263D8-CD4E-CC06-912C-9F4C360CD883}"/>
              </a:ext>
            </a:extLst>
          </p:cNvPr>
          <p:cNvSpPr txBox="1"/>
          <p:nvPr/>
        </p:nvSpPr>
        <p:spPr>
          <a:xfrm>
            <a:off x="447525" y="271950"/>
            <a:ext cx="8569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292728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Medium"/>
                <a:sym typeface="Roboto Medium"/>
              </a:rPr>
              <a:t>LLM Communication Layer</a:t>
            </a:r>
            <a:endParaRPr kumimoji="0" sz="2400" b="1" i="0" u="none" strike="noStrike" kern="0" cap="none" spc="0" normalizeH="0" baseline="0" noProof="0" dirty="0">
              <a:ln>
                <a:noFill/>
              </a:ln>
              <a:solidFill>
                <a:srgbClr val="292728"/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Roboto Medium"/>
              <a:sym typeface="Roboto Medium"/>
            </a:endParaRPr>
          </a:p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167" name="Google Shape;167;p28">
            <a:extLst>
              <a:ext uri="{FF2B5EF4-FFF2-40B4-BE49-F238E27FC236}">
                <a16:creationId xmlns:a16="http://schemas.microsoft.com/office/drawing/2014/main" id="{52126A78-C38A-A5C9-D7A9-FA3E07B0DB4E}"/>
              </a:ext>
            </a:extLst>
          </p:cNvPr>
          <p:cNvCxnSpPr/>
          <p:nvPr/>
        </p:nvCxnSpPr>
        <p:spPr>
          <a:xfrm>
            <a:off x="359850" y="303150"/>
            <a:ext cx="0" cy="331200"/>
          </a:xfrm>
          <a:prstGeom prst="straightConnector1">
            <a:avLst/>
          </a:prstGeom>
          <a:noFill/>
          <a:ln w="38100" cap="flat" cmpd="sng">
            <a:solidFill>
              <a:srgbClr val="E1003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8" name="Google Shape;168;p28">
            <a:extLst>
              <a:ext uri="{FF2B5EF4-FFF2-40B4-BE49-F238E27FC236}">
                <a16:creationId xmlns:a16="http://schemas.microsoft.com/office/drawing/2014/main" id="{03DD77CE-5308-7848-52E9-7FE9AEDA255E}"/>
              </a:ext>
            </a:extLst>
          </p:cNvPr>
          <p:cNvCxnSpPr/>
          <p:nvPr/>
        </p:nvCxnSpPr>
        <p:spPr>
          <a:xfrm>
            <a:off x="359850" y="290225"/>
            <a:ext cx="300" cy="495300"/>
          </a:xfrm>
          <a:prstGeom prst="straightConnector1">
            <a:avLst/>
          </a:prstGeom>
          <a:noFill/>
          <a:ln w="38100" cap="flat" cmpd="sng">
            <a:solidFill>
              <a:srgbClr val="E1003C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41F46C50-9957-874E-7430-439356D140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86244570"/>
              </p:ext>
            </p:extLst>
          </p:nvPr>
        </p:nvGraphicFramePr>
        <p:xfrm>
          <a:off x="267421" y="1483743"/>
          <a:ext cx="8651392" cy="24671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Google Shape;88;p18">
            <a:extLst>
              <a:ext uri="{FF2B5EF4-FFF2-40B4-BE49-F238E27FC236}">
                <a16:creationId xmlns:a16="http://schemas.microsoft.com/office/drawing/2014/main" id="{9EB24046-F4BA-AE91-FD73-9DDA2A1CF71D}"/>
              </a:ext>
            </a:extLst>
          </p:cNvPr>
          <p:cNvSpPr txBox="1"/>
          <p:nvPr/>
        </p:nvSpPr>
        <p:spPr>
          <a:xfrm>
            <a:off x="-283238" y="1108417"/>
            <a:ext cx="2318770" cy="495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655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Load FAISS index</a:t>
            </a:r>
          </a:p>
        </p:txBody>
      </p:sp>
      <p:sp>
        <p:nvSpPr>
          <p:cNvPr id="7" name="Google Shape;88;p18">
            <a:extLst>
              <a:ext uri="{FF2B5EF4-FFF2-40B4-BE49-F238E27FC236}">
                <a16:creationId xmlns:a16="http://schemas.microsoft.com/office/drawing/2014/main" id="{1EB245CD-5361-CBAD-AB62-64F4659B0A95}"/>
              </a:ext>
            </a:extLst>
          </p:cNvPr>
          <p:cNvSpPr txBox="1"/>
          <p:nvPr/>
        </p:nvSpPr>
        <p:spPr>
          <a:xfrm>
            <a:off x="1258015" y="3823224"/>
            <a:ext cx="2318770" cy="495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655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Gemini 2.5 Flash model with low temp</a:t>
            </a:r>
          </a:p>
        </p:txBody>
      </p:sp>
      <p:sp>
        <p:nvSpPr>
          <p:cNvPr id="8" name="Google Shape;88;p18">
            <a:extLst>
              <a:ext uri="{FF2B5EF4-FFF2-40B4-BE49-F238E27FC236}">
                <a16:creationId xmlns:a16="http://schemas.microsoft.com/office/drawing/2014/main" id="{6C5C6C9E-D369-5253-4ED6-791D0F59950F}"/>
              </a:ext>
            </a:extLst>
          </p:cNvPr>
          <p:cNvSpPr txBox="1"/>
          <p:nvPr/>
        </p:nvSpPr>
        <p:spPr>
          <a:xfrm>
            <a:off x="2689999" y="1116117"/>
            <a:ext cx="2572113" cy="495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655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Combine LLM with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RetrievalQA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" name="Google Shape;88;p18">
            <a:extLst>
              <a:ext uri="{FF2B5EF4-FFF2-40B4-BE49-F238E27FC236}">
                <a16:creationId xmlns:a16="http://schemas.microsoft.com/office/drawing/2014/main" id="{14362334-8F49-651C-CEDB-B2BDAD843661}"/>
              </a:ext>
            </a:extLst>
          </p:cNvPr>
          <p:cNvSpPr txBox="1"/>
          <p:nvPr/>
        </p:nvSpPr>
        <p:spPr>
          <a:xfrm>
            <a:off x="3976055" y="3819915"/>
            <a:ext cx="2997683" cy="495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655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Generate answer 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grounded </a:t>
            </a:r>
            <a:r>
              <a:rPr kumimoji="0" lang="en-US" sz="140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on </a:t>
            </a:r>
            <a:r>
              <a:rPr lang="en-US" dirty="0">
                <a:solidFill>
                  <a:srgbClr val="FFFFFF">
                    <a:lumMod val="65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retrieved documents 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" name="Google Shape;88;p18">
            <a:extLst>
              <a:ext uri="{FF2B5EF4-FFF2-40B4-BE49-F238E27FC236}">
                <a16:creationId xmlns:a16="http://schemas.microsoft.com/office/drawing/2014/main" id="{EA50B8D3-A41F-F8D7-36E2-DAA00609FFD5}"/>
              </a:ext>
            </a:extLst>
          </p:cNvPr>
          <p:cNvSpPr txBox="1"/>
          <p:nvPr/>
        </p:nvSpPr>
        <p:spPr>
          <a:xfrm>
            <a:off x="5844797" y="1116117"/>
            <a:ext cx="2491331" cy="495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655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Clear answer plus list of sources</a:t>
            </a:r>
          </a:p>
        </p:txBody>
      </p:sp>
    </p:spTree>
    <p:extLst>
      <p:ext uri="{BB962C8B-B14F-4D97-AF65-F5344CB8AC3E}">
        <p14:creationId xmlns:p14="http://schemas.microsoft.com/office/powerpoint/2010/main" val="2527158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5">
          <a:extLst>
            <a:ext uri="{FF2B5EF4-FFF2-40B4-BE49-F238E27FC236}">
              <a16:creationId xmlns:a16="http://schemas.microsoft.com/office/drawing/2014/main" id="{1E0F6668-AD5C-79CD-EFA6-CF08BB210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>
            <a:extLst>
              <a:ext uri="{FF2B5EF4-FFF2-40B4-BE49-F238E27FC236}">
                <a16:creationId xmlns:a16="http://schemas.microsoft.com/office/drawing/2014/main" id="{D08ADA0C-AA65-0CFD-79A7-70E5833AB459}"/>
              </a:ext>
            </a:extLst>
          </p:cNvPr>
          <p:cNvSpPr txBox="1"/>
          <p:nvPr/>
        </p:nvSpPr>
        <p:spPr>
          <a:xfrm>
            <a:off x="447525" y="271950"/>
            <a:ext cx="8569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292728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Medium"/>
                <a:sym typeface="Roboto Medium"/>
              </a:rPr>
              <a:t>Key Tools &amp; Libraries</a:t>
            </a:r>
            <a:endParaRPr kumimoji="0" sz="2400" b="1" i="0" u="none" strike="noStrike" kern="0" cap="none" spc="0" normalizeH="0" baseline="0" noProof="0" dirty="0">
              <a:ln>
                <a:noFill/>
              </a:ln>
              <a:solidFill>
                <a:srgbClr val="292728"/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Roboto Medium"/>
              <a:sym typeface="Roboto Medium"/>
            </a:endParaRPr>
          </a:p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167" name="Google Shape;167;p28">
            <a:extLst>
              <a:ext uri="{FF2B5EF4-FFF2-40B4-BE49-F238E27FC236}">
                <a16:creationId xmlns:a16="http://schemas.microsoft.com/office/drawing/2014/main" id="{60C8A2E3-CC12-2F9B-45B3-A8E1024D6B0E}"/>
              </a:ext>
            </a:extLst>
          </p:cNvPr>
          <p:cNvCxnSpPr/>
          <p:nvPr/>
        </p:nvCxnSpPr>
        <p:spPr>
          <a:xfrm>
            <a:off x="359850" y="303150"/>
            <a:ext cx="0" cy="331200"/>
          </a:xfrm>
          <a:prstGeom prst="straightConnector1">
            <a:avLst/>
          </a:prstGeom>
          <a:noFill/>
          <a:ln w="38100" cap="flat" cmpd="sng">
            <a:solidFill>
              <a:srgbClr val="E1003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8" name="Google Shape;168;p28">
            <a:extLst>
              <a:ext uri="{FF2B5EF4-FFF2-40B4-BE49-F238E27FC236}">
                <a16:creationId xmlns:a16="http://schemas.microsoft.com/office/drawing/2014/main" id="{880F51DD-CF74-B5EC-0F23-6E761A4DBD41}"/>
              </a:ext>
            </a:extLst>
          </p:cNvPr>
          <p:cNvCxnSpPr/>
          <p:nvPr/>
        </p:nvCxnSpPr>
        <p:spPr>
          <a:xfrm>
            <a:off x="359850" y="290225"/>
            <a:ext cx="300" cy="495300"/>
          </a:xfrm>
          <a:prstGeom prst="straightConnector1">
            <a:avLst/>
          </a:prstGeom>
          <a:noFill/>
          <a:ln w="38100" cap="flat" cmpd="sng">
            <a:solidFill>
              <a:srgbClr val="E1003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9D5B1066-9B1A-7AA1-7C0D-2CF073CDBFEA}"/>
              </a:ext>
            </a:extLst>
          </p:cNvPr>
          <p:cNvSpPr/>
          <p:nvPr/>
        </p:nvSpPr>
        <p:spPr>
          <a:xfrm>
            <a:off x="359850" y="1216324"/>
            <a:ext cx="2399402" cy="158726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D7EC2C-2872-D98C-F40D-A70086A0EC08}"/>
              </a:ext>
            </a:extLst>
          </p:cNvPr>
          <p:cNvSpPr/>
          <p:nvPr/>
        </p:nvSpPr>
        <p:spPr>
          <a:xfrm>
            <a:off x="3338837" y="1216323"/>
            <a:ext cx="2525609" cy="158726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D257BC-8DEF-9A3E-6DCD-4E001603DDFB}"/>
              </a:ext>
            </a:extLst>
          </p:cNvPr>
          <p:cNvSpPr/>
          <p:nvPr/>
        </p:nvSpPr>
        <p:spPr>
          <a:xfrm>
            <a:off x="6317827" y="1216324"/>
            <a:ext cx="2399402" cy="158726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2DA89D-947B-A463-5341-9FA6150F6370}"/>
              </a:ext>
            </a:extLst>
          </p:cNvPr>
          <p:cNvSpPr/>
          <p:nvPr/>
        </p:nvSpPr>
        <p:spPr>
          <a:xfrm>
            <a:off x="1797586" y="3284289"/>
            <a:ext cx="2399402" cy="158726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94FEA6-CBB8-5BEF-5143-94886BF9BB2E}"/>
              </a:ext>
            </a:extLst>
          </p:cNvPr>
          <p:cNvSpPr/>
          <p:nvPr/>
        </p:nvSpPr>
        <p:spPr>
          <a:xfrm>
            <a:off x="4776574" y="3284288"/>
            <a:ext cx="2399402" cy="158726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6DB2E9-A5FB-1366-285B-15C219B1B2BF}"/>
              </a:ext>
            </a:extLst>
          </p:cNvPr>
          <p:cNvSpPr/>
          <p:nvPr/>
        </p:nvSpPr>
        <p:spPr>
          <a:xfrm>
            <a:off x="359849" y="1213911"/>
            <a:ext cx="2399402" cy="307175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A076990-0FA8-45C6-1561-EA9C81CCB971}"/>
              </a:ext>
            </a:extLst>
          </p:cNvPr>
          <p:cNvSpPr/>
          <p:nvPr/>
        </p:nvSpPr>
        <p:spPr>
          <a:xfrm>
            <a:off x="3338836" y="1213911"/>
            <a:ext cx="2525609" cy="307175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B07A73-83EA-40FF-87C7-6004B276CA69}"/>
              </a:ext>
            </a:extLst>
          </p:cNvPr>
          <p:cNvSpPr/>
          <p:nvPr/>
        </p:nvSpPr>
        <p:spPr>
          <a:xfrm>
            <a:off x="6317827" y="1200848"/>
            <a:ext cx="2399402" cy="307175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0F4C2F0-0EC7-5483-242E-4476F9F16448}"/>
              </a:ext>
            </a:extLst>
          </p:cNvPr>
          <p:cNvSpPr/>
          <p:nvPr/>
        </p:nvSpPr>
        <p:spPr>
          <a:xfrm>
            <a:off x="1797586" y="3284288"/>
            <a:ext cx="2399402" cy="307175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7C62D42-B7FE-29D6-7EE2-178536EB5D87}"/>
              </a:ext>
            </a:extLst>
          </p:cNvPr>
          <p:cNvSpPr/>
          <p:nvPr/>
        </p:nvSpPr>
        <p:spPr>
          <a:xfrm>
            <a:off x="4776574" y="3297351"/>
            <a:ext cx="2399402" cy="307175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8" name="Google Shape;88;p18">
            <a:extLst>
              <a:ext uri="{FF2B5EF4-FFF2-40B4-BE49-F238E27FC236}">
                <a16:creationId xmlns:a16="http://schemas.microsoft.com/office/drawing/2014/main" id="{10B07F53-EB47-20FB-0F6E-9556CD55EAEC}"/>
              </a:ext>
            </a:extLst>
          </p:cNvPr>
          <p:cNvSpPr txBox="1"/>
          <p:nvPr/>
        </p:nvSpPr>
        <p:spPr>
          <a:xfrm>
            <a:off x="-110682" y="1169292"/>
            <a:ext cx="3159725" cy="495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0650" marR="0" lvl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Data Loading &amp; Preparation</a:t>
            </a:r>
          </a:p>
        </p:txBody>
      </p:sp>
      <p:sp>
        <p:nvSpPr>
          <p:cNvPr id="20" name="Google Shape;88;p18">
            <a:extLst>
              <a:ext uri="{FF2B5EF4-FFF2-40B4-BE49-F238E27FC236}">
                <a16:creationId xmlns:a16="http://schemas.microsoft.com/office/drawing/2014/main" id="{7D08BCA1-B427-D501-147D-15396366DC9F}"/>
              </a:ext>
            </a:extLst>
          </p:cNvPr>
          <p:cNvSpPr txBox="1"/>
          <p:nvPr/>
        </p:nvSpPr>
        <p:spPr>
          <a:xfrm>
            <a:off x="233641" y="1561685"/>
            <a:ext cx="2815403" cy="1010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0650" marR="0" lvl="0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tabLst/>
              <a:defRPr/>
            </a:pP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Roboto"/>
                <a:cs typeface="Roboto"/>
                <a:sym typeface="Roboto"/>
              </a:rPr>
              <a:t>DirectoryLoader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Roboto"/>
                <a:cs typeface="Roboto"/>
                <a:sym typeface="Roboto"/>
              </a:rPr>
              <a:t>,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Roboto"/>
                <a:cs typeface="Roboto"/>
                <a:sym typeface="Roboto"/>
              </a:rPr>
              <a:t>TextLoader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Roboto"/>
              <a:cs typeface="Roboto"/>
              <a:sym typeface="Roboto"/>
            </a:endParaRPr>
          </a:p>
          <a:p>
            <a:pPr marL="120650" marR="0" lvl="0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tabLst/>
              <a:defRPr/>
            </a:pPr>
            <a:endParaRPr lang="en-US" sz="1200" dirty="0">
              <a:latin typeface="Consolas" panose="020B0609020204030204" pitchFamily="49" charset="0"/>
              <a:ea typeface="Roboto"/>
              <a:cs typeface="Roboto"/>
              <a:sym typeface="Roboto"/>
            </a:endParaRPr>
          </a:p>
          <a:p>
            <a:pPr marL="120650" marR="0" lvl="0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tabLst/>
              <a:defRPr/>
            </a:pP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Roboto"/>
                <a:cs typeface="Roboto"/>
                <a:sym typeface="Roboto"/>
              </a:rPr>
              <a:t>RecursiveCharacter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Roboto"/>
                <a:cs typeface="Roboto"/>
                <a:sym typeface="Roboto"/>
              </a:rPr>
              <a:t>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Roboto"/>
                <a:cs typeface="Roboto"/>
                <a:sym typeface="Roboto"/>
              </a:rPr>
              <a:t>TextSplitter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Roboto"/>
              <a:cs typeface="Roboto"/>
              <a:sym typeface="Roboto"/>
            </a:endParaRPr>
          </a:p>
        </p:txBody>
      </p:sp>
      <p:sp>
        <p:nvSpPr>
          <p:cNvPr id="22" name="Google Shape;88;p18">
            <a:extLst>
              <a:ext uri="{FF2B5EF4-FFF2-40B4-BE49-F238E27FC236}">
                <a16:creationId xmlns:a16="http://schemas.microsoft.com/office/drawing/2014/main" id="{57C18088-D60B-6045-9FF9-1A8347622296}"/>
              </a:ext>
            </a:extLst>
          </p:cNvPr>
          <p:cNvSpPr txBox="1"/>
          <p:nvPr/>
        </p:nvSpPr>
        <p:spPr>
          <a:xfrm>
            <a:off x="3212630" y="1561685"/>
            <a:ext cx="2815403" cy="1010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0650" marR="0" lvl="0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tabLst/>
              <a:defRPr/>
            </a:pP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Roboto"/>
                <a:cs typeface="Roboto"/>
                <a:sym typeface="Roboto"/>
              </a:rPr>
              <a:t>GoogleGenerativeAIEmbeddings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Roboto"/>
              <a:cs typeface="Roboto"/>
              <a:sym typeface="Roboto"/>
            </a:endParaRPr>
          </a:p>
          <a:p>
            <a:pPr marL="120650" marR="0" lvl="0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tabLst/>
              <a:defRPr/>
            </a:pPr>
            <a:endParaRPr lang="en-US" sz="1200" dirty="0">
              <a:latin typeface="Consolas" panose="020B0609020204030204" pitchFamily="49" charset="0"/>
              <a:ea typeface="Roboto"/>
              <a:cs typeface="Roboto"/>
              <a:sym typeface="Roboto"/>
            </a:endParaRPr>
          </a:p>
          <a:p>
            <a:pPr marL="120650" marR="0" lvl="0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Roboto"/>
                <a:cs typeface="Roboto"/>
                <a:sym typeface="Roboto"/>
              </a:rPr>
              <a:t>FAISS</a:t>
            </a:r>
          </a:p>
        </p:txBody>
      </p:sp>
      <p:sp>
        <p:nvSpPr>
          <p:cNvPr id="26" name="Google Shape;88;p18">
            <a:extLst>
              <a:ext uri="{FF2B5EF4-FFF2-40B4-BE49-F238E27FC236}">
                <a16:creationId xmlns:a16="http://schemas.microsoft.com/office/drawing/2014/main" id="{DBB31E11-2B04-6677-F9D6-95FBAE48D86A}"/>
              </a:ext>
            </a:extLst>
          </p:cNvPr>
          <p:cNvSpPr txBox="1"/>
          <p:nvPr/>
        </p:nvSpPr>
        <p:spPr>
          <a:xfrm>
            <a:off x="2931411" y="1182355"/>
            <a:ext cx="3159725" cy="495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0650" marR="0" lvl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Embedding &amp; Vector Storage</a:t>
            </a:r>
          </a:p>
        </p:txBody>
      </p:sp>
      <p:sp>
        <p:nvSpPr>
          <p:cNvPr id="27" name="Google Shape;88;p18">
            <a:extLst>
              <a:ext uri="{FF2B5EF4-FFF2-40B4-BE49-F238E27FC236}">
                <a16:creationId xmlns:a16="http://schemas.microsoft.com/office/drawing/2014/main" id="{C1FC7C7A-DEAC-2F16-C895-45855444BB79}"/>
              </a:ext>
            </a:extLst>
          </p:cNvPr>
          <p:cNvSpPr txBox="1"/>
          <p:nvPr/>
        </p:nvSpPr>
        <p:spPr>
          <a:xfrm>
            <a:off x="5639847" y="1169292"/>
            <a:ext cx="3159725" cy="495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0650" marR="0" lvl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LLM &amp; Retrieval Chain</a:t>
            </a:r>
          </a:p>
        </p:txBody>
      </p:sp>
      <p:sp>
        <p:nvSpPr>
          <p:cNvPr id="28" name="Google Shape;88;p18">
            <a:extLst>
              <a:ext uri="{FF2B5EF4-FFF2-40B4-BE49-F238E27FC236}">
                <a16:creationId xmlns:a16="http://schemas.microsoft.com/office/drawing/2014/main" id="{88168EEF-22BE-7159-7C94-96BD38799BA7}"/>
              </a:ext>
            </a:extLst>
          </p:cNvPr>
          <p:cNvSpPr txBox="1"/>
          <p:nvPr/>
        </p:nvSpPr>
        <p:spPr>
          <a:xfrm>
            <a:off x="6191619" y="1561685"/>
            <a:ext cx="2815403" cy="1010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0650" marR="0" lvl="0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tabLst/>
              <a:defRPr/>
            </a:pP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Roboto"/>
                <a:cs typeface="Roboto"/>
                <a:sym typeface="Roboto"/>
              </a:rPr>
              <a:t>ChatGoogleGenerativeAI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Roboto"/>
              <a:cs typeface="Roboto"/>
              <a:sym typeface="Roboto"/>
            </a:endParaRPr>
          </a:p>
          <a:p>
            <a:pPr marL="120650" marR="0" lvl="0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tabLst/>
              <a:defRPr/>
            </a:pPr>
            <a:endParaRPr lang="en-US" sz="1200" dirty="0">
              <a:latin typeface="Consolas" panose="020B0609020204030204" pitchFamily="49" charset="0"/>
              <a:ea typeface="Roboto"/>
              <a:cs typeface="Roboto"/>
              <a:sym typeface="Roboto"/>
            </a:endParaRPr>
          </a:p>
          <a:p>
            <a:pPr marL="120650" marR="0" lvl="0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tabLst/>
              <a:defRPr/>
            </a:pP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Roboto"/>
                <a:cs typeface="Roboto"/>
                <a:sym typeface="Roboto"/>
              </a:rPr>
              <a:t>RetrievalQA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Roboto"/>
              <a:cs typeface="Roboto"/>
              <a:sym typeface="Roboto"/>
            </a:endParaRPr>
          </a:p>
        </p:txBody>
      </p:sp>
      <p:sp>
        <p:nvSpPr>
          <p:cNvPr id="30" name="Google Shape;88;p18">
            <a:extLst>
              <a:ext uri="{FF2B5EF4-FFF2-40B4-BE49-F238E27FC236}">
                <a16:creationId xmlns:a16="http://schemas.microsoft.com/office/drawing/2014/main" id="{B8FB4A57-D7FB-04C1-CEE2-E06132A06E90}"/>
              </a:ext>
            </a:extLst>
          </p:cNvPr>
          <p:cNvSpPr txBox="1"/>
          <p:nvPr/>
        </p:nvSpPr>
        <p:spPr>
          <a:xfrm>
            <a:off x="1797586" y="3218194"/>
            <a:ext cx="2541527" cy="495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0650" marR="0" lvl="0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Web Interface</a:t>
            </a:r>
          </a:p>
        </p:txBody>
      </p:sp>
      <p:sp>
        <p:nvSpPr>
          <p:cNvPr id="32" name="Google Shape;88;p18">
            <a:extLst>
              <a:ext uri="{FF2B5EF4-FFF2-40B4-BE49-F238E27FC236}">
                <a16:creationId xmlns:a16="http://schemas.microsoft.com/office/drawing/2014/main" id="{547BEB66-C75C-FE0C-6A31-3610980D12D3}"/>
              </a:ext>
            </a:extLst>
          </p:cNvPr>
          <p:cNvSpPr txBox="1"/>
          <p:nvPr/>
        </p:nvSpPr>
        <p:spPr>
          <a:xfrm>
            <a:off x="1695870" y="3623071"/>
            <a:ext cx="2815403" cy="1010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0650" marR="0" lvl="0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tabLst/>
              <a:defRPr/>
            </a:pPr>
            <a:r>
              <a:rPr lang="en-US" sz="1200" dirty="0">
                <a:latin typeface="Consolas" panose="020B0609020204030204" pitchFamily="49" charset="0"/>
                <a:ea typeface="Roboto"/>
                <a:cs typeface="Roboto"/>
                <a:sym typeface="Roboto"/>
              </a:rPr>
              <a:t>Flask</a:t>
            </a:r>
          </a:p>
          <a:p>
            <a:pPr marL="120650" marR="0" lvl="0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tabLst/>
              <a:defRPr/>
            </a:pPr>
            <a:endParaRPr lang="en-US" sz="1200" dirty="0">
              <a:latin typeface="Consolas" panose="020B0609020204030204" pitchFamily="49" charset="0"/>
              <a:ea typeface="Roboto"/>
              <a:cs typeface="Roboto"/>
              <a:sym typeface="Roboto"/>
            </a:endParaRPr>
          </a:p>
          <a:p>
            <a:pPr marL="120650" marR="0" lvl="0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tabLst/>
              <a:defRPr/>
            </a:pPr>
            <a:r>
              <a:rPr lang="en-US" sz="1200" dirty="0">
                <a:latin typeface="Consolas" panose="020B0609020204030204" pitchFamily="49" charset="0"/>
                <a:ea typeface="Roboto"/>
                <a:cs typeface="Roboto"/>
                <a:sym typeface="Roboto"/>
              </a:rPr>
              <a:t>HTML &amp; Jinja</a:t>
            </a:r>
          </a:p>
        </p:txBody>
      </p:sp>
      <p:sp>
        <p:nvSpPr>
          <p:cNvPr id="34" name="Google Shape;88;p18">
            <a:extLst>
              <a:ext uri="{FF2B5EF4-FFF2-40B4-BE49-F238E27FC236}">
                <a16:creationId xmlns:a16="http://schemas.microsoft.com/office/drawing/2014/main" id="{D221B65D-1426-3452-4D14-17188674261F}"/>
              </a:ext>
            </a:extLst>
          </p:cNvPr>
          <p:cNvSpPr txBox="1"/>
          <p:nvPr/>
        </p:nvSpPr>
        <p:spPr>
          <a:xfrm>
            <a:off x="4705511" y="3231257"/>
            <a:ext cx="2541527" cy="495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0650" marR="0" lvl="0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Rendering Helpers</a:t>
            </a:r>
          </a:p>
        </p:txBody>
      </p:sp>
      <p:sp>
        <p:nvSpPr>
          <p:cNvPr id="35" name="Google Shape;88;p18">
            <a:extLst>
              <a:ext uri="{FF2B5EF4-FFF2-40B4-BE49-F238E27FC236}">
                <a16:creationId xmlns:a16="http://schemas.microsoft.com/office/drawing/2014/main" id="{CF6454BD-565C-B27F-04A5-86C7DDA941A6}"/>
              </a:ext>
            </a:extLst>
          </p:cNvPr>
          <p:cNvSpPr txBox="1"/>
          <p:nvPr/>
        </p:nvSpPr>
        <p:spPr>
          <a:xfrm>
            <a:off x="4723296" y="3657557"/>
            <a:ext cx="2815403" cy="1010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0650" marR="0" lvl="0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tabLst/>
              <a:defRPr/>
            </a:pPr>
            <a:r>
              <a:rPr lang="en-US" sz="1200" dirty="0">
                <a:latin typeface="Consolas" panose="020B0609020204030204" pitchFamily="49" charset="0"/>
                <a:ea typeface="Roboto"/>
                <a:cs typeface="Roboto"/>
                <a:sym typeface="Roboto"/>
              </a:rPr>
              <a:t>Markup</a:t>
            </a:r>
          </a:p>
          <a:p>
            <a:pPr marL="120650" marR="0" lvl="0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tabLst/>
              <a:defRPr/>
            </a:pPr>
            <a:endParaRPr lang="en-US" sz="1200" dirty="0">
              <a:latin typeface="Consolas" panose="020B0609020204030204" pitchFamily="49" charset="0"/>
              <a:ea typeface="Roboto"/>
              <a:cs typeface="Roboto"/>
              <a:sym typeface="Roboto"/>
            </a:endParaRPr>
          </a:p>
          <a:p>
            <a:pPr marL="120650" marR="0" lvl="0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tabLst/>
              <a:defRPr/>
            </a:pPr>
            <a:r>
              <a:rPr lang="en-US" sz="1200" dirty="0">
                <a:latin typeface="Consolas" panose="020B0609020204030204" pitchFamily="49" charset="0"/>
                <a:ea typeface="Roboto"/>
                <a:cs typeface="Roboto"/>
                <a:sym typeface="Roboto"/>
              </a:rPr>
              <a:t>Markdown</a:t>
            </a:r>
          </a:p>
          <a:p>
            <a:pPr marL="120650" marR="0" lvl="0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tabLst/>
              <a:defRPr/>
            </a:pPr>
            <a:endParaRPr lang="en-US" sz="1200" dirty="0">
              <a:latin typeface="Consolas" panose="020B0609020204030204" pitchFamily="49" charset="0"/>
              <a:ea typeface="Roboto"/>
              <a:cs typeface="Roboto"/>
              <a:sym typeface="Roboto"/>
            </a:endParaRPr>
          </a:p>
          <a:p>
            <a:pPr marL="120650" marR="0" lvl="0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tabLst/>
              <a:defRPr/>
            </a:pPr>
            <a:r>
              <a:rPr lang="en-US" sz="1200" dirty="0">
                <a:latin typeface="Consolas" panose="020B0609020204030204" pitchFamily="49" charset="0"/>
                <a:ea typeface="Roboto"/>
                <a:cs typeface="Roboto"/>
                <a:sym typeface="Roboto"/>
              </a:rPr>
              <a:t>Load Environment</a:t>
            </a:r>
          </a:p>
        </p:txBody>
      </p:sp>
    </p:spTree>
    <p:extLst>
      <p:ext uri="{BB962C8B-B14F-4D97-AF65-F5344CB8AC3E}">
        <p14:creationId xmlns:p14="http://schemas.microsoft.com/office/powerpoint/2010/main" val="205464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38"/>
          <p:cNvPicPr preferRelativeResize="0"/>
          <p:nvPr/>
        </p:nvPicPr>
        <p:blipFill rotWithShape="1">
          <a:blip r:embed="rId3">
            <a:alphaModFix/>
          </a:blip>
          <a:srcRect l="14207"/>
          <a:stretch/>
        </p:blipFill>
        <p:spPr>
          <a:xfrm>
            <a:off x="-98850" y="2036575"/>
            <a:ext cx="722575" cy="945375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38"/>
          <p:cNvSpPr txBox="1"/>
          <p:nvPr/>
        </p:nvSpPr>
        <p:spPr>
          <a:xfrm>
            <a:off x="745800" y="1890450"/>
            <a:ext cx="3879900" cy="13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 dirty="0">
                <a:solidFill>
                  <a:srgbClr val="F0F0F5"/>
                </a:solidFill>
                <a:latin typeface="Roboto"/>
                <a:ea typeface="Roboto"/>
                <a:cs typeface="Roboto"/>
                <a:sym typeface="Roboto"/>
              </a:rPr>
              <a:t>Thank </a:t>
            </a:r>
            <a:endParaRPr sz="3600" b="1" dirty="0">
              <a:solidFill>
                <a:srgbClr val="F0F0F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 dirty="0">
                <a:solidFill>
                  <a:srgbClr val="F0F0F5"/>
                </a:solidFill>
                <a:latin typeface="Roboto"/>
                <a:ea typeface="Roboto"/>
                <a:cs typeface="Roboto"/>
                <a:sym typeface="Roboto"/>
              </a:rPr>
              <a:t>You!</a:t>
            </a:r>
            <a:endParaRPr sz="3600" b="1" dirty="0">
              <a:solidFill>
                <a:srgbClr val="F0F0F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2544</TotalTime>
  <Words>298</Words>
  <Application>Microsoft Office PowerPoint</Application>
  <PresentationFormat>On-screen Show (16:9)</PresentationFormat>
  <Paragraphs>91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Roboto Medium</vt:lpstr>
      <vt:lpstr>Arial</vt:lpstr>
      <vt:lpstr>Roboto</vt:lpstr>
      <vt:lpstr>Roboto Light</vt:lpstr>
      <vt:lpstr>Consolas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Evis Plaku</dc:creator>
  <cp:lastModifiedBy>Evis Plaku</cp:lastModifiedBy>
  <cp:revision>60</cp:revision>
  <dcterms:modified xsi:type="dcterms:W3CDTF">2025-08-05T07:53:13Z</dcterms:modified>
</cp:coreProperties>
</file>